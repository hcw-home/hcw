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77F2A453.xml" ContentType="application/vnd.ms-powerpoint.comments+xml"/>
  <Override PartName="/ppt/comments/modernComment_111_F5D6D349.xml" ContentType="application/vnd.ms-powerpoint.comments+xml"/>
  <Override PartName="/ppt/notesSlides/notesSlide1.xml" ContentType="application/vnd.openxmlformats-officedocument.presentationml.notesSlide+xml"/>
  <Override PartName="/ppt/comments/modernComment_107_A30CE34.xml" ContentType="application/vnd.ms-powerpoint.comments+xml"/>
  <Override PartName="/ppt/notesSlides/notesSlide2.xml" ContentType="application/vnd.openxmlformats-officedocument.presentationml.notesSlide+xml"/>
  <Override PartName="/ppt/comments/modernComment_10A_B0D23FCC.xml" ContentType="application/vnd.ms-powerpoint.comments+xml"/>
  <Override PartName="/ppt/comments/modernComment_10B_466E3DB9.xml" ContentType="application/vnd.ms-powerpoint.comments+xml"/>
  <Override PartName="/ppt/comments/modernComment_11F_19A08A1E.xml" ContentType="application/vnd.ms-powerpoint.comments+xml"/>
  <Override PartName="/ppt/comments/modernComment_108_DE70323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sldIdLst>
    <p:sldId id="276" r:id="rId5"/>
    <p:sldId id="274" r:id="rId6"/>
    <p:sldId id="256" r:id="rId7"/>
    <p:sldId id="257" r:id="rId8"/>
    <p:sldId id="273" r:id="rId9"/>
    <p:sldId id="258" r:id="rId10"/>
    <p:sldId id="278" r:id="rId11"/>
    <p:sldId id="279" r:id="rId12"/>
    <p:sldId id="280" r:id="rId13"/>
    <p:sldId id="263" r:id="rId14"/>
    <p:sldId id="281" r:id="rId15"/>
    <p:sldId id="266" r:id="rId16"/>
    <p:sldId id="282" r:id="rId17"/>
    <p:sldId id="283" r:id="rId18"/>
    <p:sldId id="284" r:id="rId19"/>
    <p:sldId id="275" r:id="rId20"/>
    <p:sldId id="286" r:id="rId21"/>
    <p:sldId id="285" r:id="rId22"/>
    <p:sldId id="267" r:id="rId23"/>
    <p:sldId id="287" r:id="rId24"/>
    <p:sldId id="26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B252B-96D9-B471-701C-66957310A50E}" name="Maana Javadi" initials="MJ" userId="S::Maana.Javadi@toronto.msf.org::aa09204f-2394-4115-9ce9-fa45bc1081b7" providerId="AD"/>
  <p188:author id="{9ED06479-A526-5733-CC83-B4380A9132EC}" name="Eugene Paik" initials="EP" userId="S::Eugene.Paik@toronto.msf.org::5e81c5ed-980b-4518-9625-9f4bd5597d5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121424-679E-5347-83CB-7F4B08C296D4}" v="73" dt="2026-07-28T18:06:09.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gene Paik" userId="5e81c5ed-980b-4518-9625-9f4bd5597d54" providerId="ADAL" clId="{7DD72008-0443-57F3-836B-20EAE5BA555A}"/>
    <pc:docChg chg="undo custSel addSld delSld modSld sldOrd">
      <pc:chgData name="Eugene Paik" userId="5e81c5ed-980b-4518-9625-9f4bd5597d54" providerId="ADAL" clId="{7DD72008-0443-57F3-836B-20EAE5BA555A}" dt="2026-07-28T18:02:05.493" v="8244" actId="20577"/>
      <pc:docMkLst>
        <pc:docMk/>
      </pc:docMkLst>
      <pc:sldChg chg="modSp mod">
        <pc:chgData name="Eugene Paik" userId="5e81c5ed-980b-4518-9625-9f4bd5597d54" providerId="ADAL" clId="{7DD72008-0443-57F3-836B-20EAE5BA555A}" dt="2026-07-15T14:32:12.809" v="1" actId="20577"/>
        <pc:sldMkLst>
          <pc:docMk/>
          <pc:sldMk cId="2012390483" sldId="256"/>
        </pc:sldMkLst>
        <pc:spChg chg="mod">
          <ac:chgData name="Eugene Paik" userId="5e81c5ed-980b-4518-9625-9f4bd5597d54" providerId="ADAL" clId="{7DD72008-0443-57F3-836B-20EAE5BA555A}" dt="2026-07-15T14:32:12.809" v="1" actId="20577"/>
          <ac:spMkLst>
            <pc:docMk/>
            <pc:sldMk cId="2012390483" sldId="256"/>
            <ac:spMk id="9" creationId="{50473B2D-3CC6-4B24-8C16-7504591C7FD0}"/>
          </ac:spMkLst>
        </pc:spChg>
      </pc:sldChg>
      <pc:sldChg chg="addSp delSp modSp mod">
        <pc:chgData name="Eugene Paik" userId="5e81c5ed-980b-4518-9625-9f4bd5597d54" providerId="ADAL" clId="{7DD72008-0443-57F3-836B-20EAE5BA555A}" dt="2026-07-15T14:41:11.919" v="234" actId="20577"/>
        <pc:sldMkLst>
          <pc:docMk/>
          <pc:sldMk cId="206899770" sldId="257"/>
        </pc:sldMkLst>
        <pc:spChg chg="mod">
          <ac:chgData name="Eugene Paik" userId="5e81c5ed-980b-4518-9625-9f4bd5597d54" providerId="ADAL" clId="{7DD72008-0443-57F3-836B-20EAE5BA555A}" dt="2026-07-15T14:41:11.919" v="234" actId="20577"/>
          <ac:spMkLst>
            <pc:docMk/>
            <pc:sldMk cId="206899770" sldId="257"/>
            <ac:spMk id="6" creationId="{E7F52C40-DB9A-682D-4D1A-CD9B4623DBB5}"/>
          </ac:spMkLst>
        </pc:spChg>
        <pc:picChg chg="add mod">
          <ac:chgData name="Eugene Paik" userId="5e81c5ed-980b-4518-9625-9f4bd5597d54" providerId="ADAL" clId="{7DD72008-0443-57F3-836B-20EAE5BA555A}" dt="2026-07-15T14:40:44.895" v="193" actId="1076"/>
          <ac:picMkLst>
            <pc:docMk/>
            <pc:sldMk cId="206899770" sldId="257"/>
            <ac:picMk id="9" creationId="{09C09EB3-6B10-F4CB-FE26-BFD0BB0635B1}"/>
          </ac:picMkLst>
        </pc:picChg>
      </pc:sldChg>
      <pc:sldChg chg="addSp delSp modSp mod modCm">
        <pc:chgData name="Eugene Paik" userId="5e81c5ed-980b-4518-9625-9f4bd5597d54" providerId="ADAL" clId="{7DD72008-0443-57F3-836B-20EAE5BA555A}" dt="2026-07-28T16:04:58.348" v="7630" actId="478"/>
        <pc:sldMkLst>
          <pc:docMk/>
          <pc:sldMk cId="3727083203" sldId="258"/>
        </pc:sldMkLst>
        <pc:spChg chg="mod">
          <ac:chgData name="Eugene Paik" userId="5e81c5ed-980b-4518-9625-9f4bd5597d54" providerId="ADAL" clId="{7DD72008-0443-57F3-836B-20EAE5BA555A}" dt="2026-07-28T15:51:05.245" v="6945" actId="20577"/>
          <ac:spMkLst>
            <pc:docMk/>
            <pc:sldMk cId="3727083203" sldId="258"/>
            <ac:spMk id="2" creationId="{7A85CF22-185B-CF2A-B669-E825DB993F68}"/>
          </ac:spMkLst>
        </pc:spChg>
        <pc:spChg chg="mod">
          <ac:chgData name="Eugene Paik" userId="5e81c5ed-980b-4518-9625-9f4bd5597d54" providerId="ADAL" clId="{7DD72008-0443-57F3-836B-20EAE5BA555A}" dt="2026-07-28T16:03:32.477" v="7493" actId="1076"/>
          <ac:spMkLst>
            <pc:docMk/>
            <pc:sldMk cId="3727083203" sldId="258"/>
            <ac:spMk id="3" creationId="{1198174B-80D5-8A18-8FF6-8A648259587B}"/>
          </ac:spMkLst>
        </pc:spChg>
        <pc:spChg chg="mod">
          <ac:chgData name="Eugene Paik" userId="5e81c5ed-980b-4518-9625-9f4bd5597d54" providerId="ADAL" clId="{7DD72008-0443-57F3-836B-20EAE5BA555A}" dt="2026-07-28T16:03:59.153" v="7539" actId="1076"/>
          <ac:spMkLst>
            <pc:docMk/>
            <pc:sldMk cId="3727083203" sldId="258"/>
            <ac:spMk id="4" creationId="{2155E1C1-873D-6B75-DC91-42C45F75F8A5}"/>
          </ac:spMkLst>
        </pc:spChg>
        <pc:spChg chg="mod">
          <ac:chgData name="Eugene Paik" userId="5e81c5ed-980b-4518-9625-9f4bd5597d54" providerId="ADAL" clId="{7DD72008-0443-57F3-836B-20EAE5BA555A}" dt="2026-07-28T16:03:21.718" v="7492" actId="1076"/>
          <ac:spMkLst>
            <pc:docMk/>
            <pc:sldMk cId="3727083203" sldId="258"/>
            <ac:spMk id="7" creationId="{1DF6BCA7-8CB2-296C-C25C-2E62ED3FF9CB}"/>
          </ac:spMkLst>
        </pc:spChg>
        <pc:spChg chg="mod">
          <ac:chgData name="Eugene Paik" userId="5e81c5ed-980b-4518-9625-9f4bd5597d54" providerId="ADAL" clId="{7DD72008-0443-57F3-836B-20EAE5BA555A}" dt="2026-07-28T16:04:53.852" v="7629" actId="14100"/>
          <ac:spMkLst>
            <pc:docMk/>
            <pc:sldMk cId="3727083203" sldId="258"/>
            <ac:spMk id="8" creationId="{A945846D-D772-7373-DA14-F72524C1D331}"/>
          </ac:spMkLst>
        </pc:spChg>
        <pc:spChg chg="mod">
          <ac:chgData name="Eugene Paik" userId="5e81c5ed-980b-4518-9625-9f4bd5597d54" providerId="ADAL" clId="{7DD72008-0443-57F3-836B-20EAE5BA555A}" dt="2026-07-28T16:03:32.477" v="7493" actId="1076"/>
          <ac:spMkLst>
            <pc:docMk/>
            <pc:sldMk cId="3727083203" sldId="258"/>
            <ac:spMk id="21" creationId="{9BE5FA01-54E4-5E0E-B6BD-3ABC7F04D412}"/>
          </ac:spMkLst>
        </pc:spChg>
        <pc:spChg chg="mod">
          <ac:chgData name="Eugene Paik" userId="5e81c5ed-980b-4518-9625-9f4bd5597d54" providerId="ADAL" clId="{7DD72008-0443-57F3-836B-20EAE5BA555A}" dt="2026-07-28T16:02:43.388" v="7489" actId="14100"/>
          <ac:spMkLst>
            <pc:docMk/>
            <pc:sldMk cId="3727083203" sldId="258"/>
            <ac:spMk id="23" creationId="{DE266BF1-EC66-659C-E917-209D96F0E9D2}"/>
          </ac:spMkLst>
        </pc:spChg>
        <pc:spChg chg="del mod">
          <ac:chgData name="Eugene Paik" userId="5e81c5ed-980b-4518-9625-9f4bd5597d54" providerId="ADAL" clId="{7DD72008-0443-57F3-836B-20EAE5BA555A}" dt="2026-07-28T16:04:58.348" v="7630" actId="478"/>
          <ac:spMkLst>
            <pc:docMk/>
            <pc:sldMk cId="3727083203" sldId="258"/>
            <ac:spMk id="24" creationId="{9810D2B3-FEE3-331C-6588-B745556B5272}"/>
          </ac:spMkLst>
        </pc:spChg>
        <pc:spChg chg="add mod">
          <ac:chgData name="Eugene Paik" userId="5e81c5ed-980b-4518-9625-9f4bd5597d54" providerId="ADAL" clId="{7DD72008-0443-57F3-836B-20EAE5BA555A}" dt="2026-07-28T16:04:33.507" v="7622" actId="14100"/>
          <ac:spMkLst>
            <pc:docMk/>
            <pc:sldMk cId="3727083203" sldId="258"/>
            <ac:spMk id="25" creationId="{9EEC46A2-D0CB-10B1-8755-6A6CB75356D5}"/>
          </ac:spMkLst>
        </pc:spChg>
        <pc:picChg chg="add mod modCrop">
          <ac:chgData name="Eugene Paik" userId="5e81c5ed-980b-4518-9625-9f4bd5597d54" providerId="ADAL" clId="{7DD72008-0443-57F3-836B-20EAE5BA555A}" dt="2026-07-28T16:03:32.477" v="7493" actId="1076"/>
          <ac:picMkLst>
            <pc:docMk/>
            <pc:sldMk cId="3727083203" sldId="258"/>
            <ac:picMk id="9" creationId="{03BA46F4-C6AB-D025-E293-CF16445B8E7D}"/>
          </ac:picMkLst>
        </pc:picChg>
        <pc:picChg chg="add del mod">
          <ac:chgData name="Eugene Paik" userId="5e81c5ed-980b-4518-9625-9f4bd5597d54" providerId="ADAL" clId="{7DD72008-0443-57F3-836B-20EAE5BA555A}" dt="2026-07-28T16:00:48.421" v="7466" actId="478"/>
          <ac:picMkLst>
            <pc:docMk/>
            <pc:sldMk cId="3727083203" sldId="258"/>
            <ac:picMk id="11" creationId="{A5886F2A-2053-1F88-3E08-30911587FC80}"/>
          </ac:picMkLst>
        </pc:picChg>
        <pc:picChg chg="add del mod">
          <ac:chgData name="Eugene Paik" userId="5e81c5ed-980b-4518-9625-9f4bd5597d54" providerId="ADAL" clId="{7DD72008-0443-57F3-836B-20EAE5BA555A}" dt="2026-07-28T16:02:11.319" v="7479" actId="478"/>
          <ac:picMkLst>
            <pc:docMk/>
            <pc:sldMk cId="3727083203" sldId="258"/>
            <ac:picMk id="17" creationId="{E0172E34-B822-B267-EE29-5D219D2C19A8}"/>
          </ac:picMkLst>
        </pc:picChg>
        <pc:picChg chg="add mod">
          <ac:chgData name="Eugene Paik" userId="5e81c5ed-980b-4518-9625-9f4bd5597d54" providerId="ADAL" clId="{7DD72008-0443-57F3-836B-20EAE5BA555A}" dt="2026-07-28T16:02:25.276" v="7484" actId="14100"/>
          <ac:picMkLst>
            <pc:docMk/>
            <pc:sldMk cId="3727083203" sldId="258"/>
            <ac:picMk id="22" creationId="{90F1C0B9-4A04-3A4E-DBB2-713F1E7D140E}"/>
          </ac:picMkLst>
        </pc:picChg>
        <pc:extLst>
          <p:ext xmlns:p="http://schemas.openxmlformats.org/presentationml/2006/main" uri="{D6D511B9-2390-475A-947B-AFAB55BFBCF1}">
            <pc226:cmChg xmlns:pc226="http://schemas.microsoft.com/office/powerpoint/2022/06/main/command" chg="mod">
              <pc226:chgData name="Eugene Paik" userId="5e81c5ed-980b-4518-9625-9f4bd5597d54" providerId="ADAL" clId="{7DD72008-0443-57F3-836B-20EAE5BA555A}" dt="2026-07-15T14:43:48.605" v="325" actId="20577"/>
              <pc2:cmMkLst xmlns:pc2="http://schemas.microsoft.com/office/powerpoint/2019/9/main/command">
                <pc:docMk/>
                <pc:sldMk cId="3727083203" sldId="258"/>
                <pc2:cmMk id="{EF8DFF4E-45B1-4B9B-B886-B7ECF1C50E72}"/>
              </pc2:cmMkLst>
            </pc226:cmChg>
          </p:ext>
        </pc:extLst>
      </pc:sldChg>
      <pc:sldChg chg="del">
        <pc:chgData name="Eugene Paik" userId="5e81c5ed-980b-4518-9625-9f4bd5597d54" providerId="ADAL" clId="{7DD72008-0443-57F3-836B-20EAE5BA555A}" dt="2026-07-28T15:46:53.492" v="6474" actId="2696"/>
        <pc:sldMkLst>
          <pc:docMk/>
          <pc:sldMk cId="475007309" sldId="259"/>
        </pc:sldMkLst>
      </pc:sldChg>
      <pc:sldChg chg="addSp delSp modSp mod">
        <pc:chgData name="Eugene Paik" userId="5e81c5ed-980b-4518-9625-9f4bd5597d54" providerId="ADAL" clId="{7DD72008-0443-57F3-836B-20EAE5BA555A}" dt="2026-07-28T15:50:26.960" v="6896" actId="20577"/>
        <pc:sldMkLst>
          <pc:docMk/>
          <pc:sldMk cId="170970676" sldId="263"/>
        </pc:sldMkLst>
        <pc:spChg chg="mod">
          <ac:chgData name="Eugene Paik" userId="5e81c5ed-980b-4518-9625-9f4bd5597d54" providerId="ADAL" clId="{7DD72008-0443-57F3-836B-20EAE5BA555A}" dt="2026-07-28T15:50:26.960" v="6896" actId="20577"/>
          <ac:spMkLst>
            <pc:docMk/>
            <pc:sldMk cId="170970676" sldId="263"/>
            <ac:spMk id="2" creationId="{E1B44B39-3225-CD62-ADF7-47DAF81F0BA2}"/>
          </ac:spMkLst>
        </pc:spChg>
        <pc:spChg chg="mod">
          <ac:chgData name="Eugene Paik" userId="5e81c5ed-980b-4518-9625-9f4bd5597d54" providerId="ADAL" clId="{7DD72008-0443-57F3-836B-20EAE5BA555A}" dt="2026-07-16T13:09:49.149" v="3436" actId="20577"/>
          <ac:spMkLst>
            <pc:docMk/>
            <pc:sldMk cId="170970676" sldId="263"/>
            <ac:spMk id="3" creationId="{260C43CC-142B-5794-7776-59E71DE9535C}"/>
          </ac:spMkLst>
        </pc:spChg>
        <pc:spChg chg="mod">
          <ac:chgData name="Eugene Paik" userId="5e81c5ed-980b-4518-9625-9f4bd5597d54" providerId="ADAL" clId="{7DD72008-0443-57F3-836B-20EAE5BA555A}" dt="2026-07-16T13:10:23.058" v="3448" actId="14100"/>
          <ac:spMkLst>
            <pc:docMk/>
            <pc:sldMk cId="170970676" sldId="263"/>
            <ac:spMk id="10" creationId="{B568DAE3-A489-4385-80CC-6F67A092DA6D}"/>
          </ac:spMkLst>
        </pc:spChg>
        <pc:spChg chg="add mod">
          <ac:chgData name="Eugene Paik" userId="5e81c5ed-980b-4518-9625-9f4bd5597d54" providerId="ADAL" clId="{7DD72008-0443-57F3-836B-20EAE5BA555A}" dt="2026-07-16T13:10:30.728" v="3452" actId="14100"/>
          <ac:spMkLst>
            <pc:docMk/>
            <pc:sldMk cId="170970676" sldId="263"/>
            <ac:spMk id="11" creationId="{CA0AFD81-717E-DC4F-3101-A9F61667C32E}"/>
          </ac:spMkLst>
        </pc:spChg>
        <pc:spChg chg="mod">
          <ac:chgData name="Eugene Paik" userId="5e81c5ed-980b-4518-9625-9f4bd5597d54" providerId="ADAL" clId="{7DD72008-0443-57F3-836B-20EAE5BA555A}" dt="2026-07-16T13:11:11.086" v="3610" actId="20577"/>
          <ac:spMkLst>
            <pc:docMk/>
            <pc:sldMk cId="170970676" sldId="263"/>
            <ac:spMk id="19" creationId="{15E15EC1-E967-18FE-DCE3-ECD41BE2E6E5}"/>
          </ac:spMkLst>
        </pc:spChg>
        <pc:picChg chg="add mod">
          <ac:chgData name="Eugene Paik" userId="5e81c5ed-980b-4518-9625-9f4bd5597d54" providerId="ADAL" clId="{7DD72008-0443-57F3-836B-20EAE5BA555A}" dt="2026-07-16T13:10:17.372" v="3446" actId="1076"/>
          <ac:picMkLst>
            <pc:docMk/>
            <pc:sldMk cId="170970676" sldId="263"/>
            <ac:picMk id="6" creationId="{B2048010-FDF6-7D4C-B030-E779081FD95C}"/>
          </ac:picMkLst>
        </pc:picChg>
      </pc:sldChg>
      <pc:sldChg chg="addSp delSp modSp mod">
        <pc:chgData name="Eugene Paik" userId="5e81c5ed-980b-4518-9625-9f4bd5597d54" providerId="ADAL" clId="{7DD72008-0443-57F3-836B-20EAE5BA555A}" dt="2026-07-28T15:59:40.918" v="7464" actId="20577"/>
        <pc:sldMkLst>
          <pc:docMk/>
          <pc:sldMk cId="3731894846" sldId="264"/>
        </pc:sldMkLst>
        <pc:spChg chg="mod">
          <ac:chgData name="Eugene Paik" userId="5e81c5ed-980b-4518-9625-9f4bd5597d54" providerId="ADAL" clId="{7DD72008-0443-57F3-836B-20EAE5BA555A}" dt="2026-07-28T15:57:56.635" v="7293" actId="14100"/>
          <ac:spMkLst>
            <pc:docMk/>
            <pc:sldMk cId="3731894846" sldId="264"/>
            <ac:spMk id="3" creationId="{599102C0-7314-6EF3-DBE7-B9619CB2E962}"/>
          </ac:spMkLst>
        </pc:spChg>
        <pc:spChg chg="mod">
          <ac:chgData name="Eugene Paik" userId="5e81c5ed-980b-4518-9625-9f4bd5597d54" providerId="ADAL" clId="{7DD72008-0443-57F3-836B-20EAE5BA555A}" dt="2026-07-28T15:59:35.350" v="7455" actId="1076"/>
          <ac:spMkLst>
            <pc:docMk/>
            <pc:sldMk cId="3731894846" sldId="264"/>
            <ac:spMk id="6" creationId="{416CD780-C8E7-8FB7-E213-5FD46221598C}"/>
          </ac:spMkLst>
        </pc:spChg>
        <pc:spChg chg="mod">
          <ac:chgData name="Eugene Paik" userId="5e81c5ed-980b-4518-9625-9f4bd5597d54" providerId="ADAL" clId="{7DD72008-0443-57F3-836B-20EAE5BA555A}" dt="2026-07-28T15:58:03.265" v="7296" actId="20577"/>
          <ac:spMkLst>
            <pc:docMk/>
            <pc:sldMk cId="3731894846" sldId="264"/>
            <ac:spMk id="8" creationId="{CCA3F818-A6F8-4B8A-76F0-D81CC1244C9F}"/>
          </ac:spMkLst>
        </pc:spChg>
        <pc:spChg chg="mod">
          <ac:chgData name="Eugene Paik" userId="5e81c5ed-980b-4518-9625-9f4bd5597d54" providerId="ADAL" clId="{7DD72008-0443-57F3-836B-20EAE5BA555A}" dt="2026-07-28T15:59:40.918" v="7464" actId="20577"/>
          <ac:spMkLst>
            <pc:docMk/>
            <pc:sldMk cId="3731894846" sldId="264"/>
            <ac:spMk id="9" creationId="{E44CA118-8582-CA47-43D0-7AAC6C542D99}"/>
          </ac:spMkLst>
        </pc:spChg>
        <pc:picChg chg="del">
          <ac:chgData name="Eugene Paik" userId="5e81c5ed-980b-4518-9625-9f4bd5597d54" providerId="ADAL" clId="{7DD72008-0443-57F3-836B-20EAE5BA555A}" dt="2026-07-28T15:57:20.807" v="7284" actId="478"/>
          <ac:picMkLst>
            <pc:docMk/>
            <pc:sldMk cId="3731894846" sldId="264"/>
            <ac:picMk id="4" creationId="{ABF9452C-F02C-AB04-7BF2-9C7EFA12331F}"/>
          </ac:picMkLst>
        </pc:picChg>
        <pc:picChg chg="del">
          <ac:chgData name="Eugene Paik" userId="5e81c5ed-980b-4518-9625-9f4bd5597d54" providerId="ADAL" clId="{7DD72008-0443-57F3-836B-20EAE5BA555A}" dt="2026-07-28T15:58:17.247" v="7299" actId="478"/>
          <ac:picMkLst>
            <pc:docMk/>
            <pc:sldMk cId="3731894846" sldId="264"/>
            <ac:picMk id="7" creationId="{809E1AD5-9270-7309-4C84-C728D531EF8A}"/>
          </ac:picMkLst>
        </pc:picChg>
        <pc:picChg chg="add del mod modCrop">
          <ac:chgData name="Eugene Paik" userId="5e81c5ed-980b-4518-9625-9f4bd5597d54" providerId="ADAL" clId="{7DD72008-0443-57F3-836B-20EAE5BA555A}" dt="2026-07-28T15:57:38.396" v="7288" actId="478"/>
          <ac:picMkLst>
            <pc:docMk/>
            <pc:sldMk cId="3731894846" sldId="264"/>
            <ac:picMk id="11" creationId="{8246A728-FED1-2B5B-F0E4-F3B9A48A753A}"/>
          </ac:picMkLst>
        </pc:picChg>
        <pc:picChg chg="add mod">
          <ac:chgData name="Eugene Paik" userId="5e81c5ed-980b-4518-9625-9f4bd5597d54" providerId="ADAL" clId="{7DD72008-0443-57F3-836B-20EAE5BA555A}" dt="2026-07-28T15:57:44.163" v="7290" actId="1076"/>
          <ac:picMkLst>
            <pc:docMk/>
            <pc:sldMk cId="3731894846" sldId="264"/>
            <ac:picMk id="13" creationId="{FE9DC57F-3F14-1C01-BC2B-F0DE347490E3}"/>
          </ac:picMkLst>
        </pc:picChg>
        <pc:picChg chg="add mod">
          <ac:chgData name="Eugene Paik" userId="5e81c5ed-980b-4518-9625-9f4bd5597d54" providerId="ADAL" clId="{7DD72008-0443-57F3-836B-20EAE5BA555A}" dt="2026-07-28T15:59:33.214" v="7454" actId="1076"/>
          <ac:picMkLst>
            <pc:docMk/>
            <pc:sldMk cId="3731894846" sldId="264"/>
            <ac:picMk id="15" creationId="{C2F3AB8D-373A-C9E1-B6AE-6D3ACBF22F22}"/>
          </ac:picMkLst>
        </pc:picChg>
      </pc:sldChg>
      <pc:sldChg chg="addSp delSp modSp mod">
        <pc:chgData name="Eugene Paik" userId="5e81c5ed-980b-4518-9625-9f4bd5597d54" providerId="ADAL" clId="{7DD72008-0443-57F3-836B-20EAE5BA555A}" dt="2026-07-16T13:17:47.373" v="4309" actId="20577"/>
        <pc:sldMkLst>
          <pc:docMk/>
          <pc:sldMk cId="2966568908" sldId="266"/>
        </pc:sldMkLst>
        <pc:spChg chg="mod">
          <ac:chgData name="Eugene Paik" userId="5e81c5ed-980b-4518-9625-9f4bd5597d54" providerId="ADAL" clId="{7DD72008-0443-57F3-836B-20EAE5BA555A}" dt="2026-07-16T13:16:52.671" v="4269" actId="20577"/>
          <ac:spMkLst>
            <pc:docMk/>
            <pc:sldMk cId="2966568908" sldId="266"/>
            <ac:spMk id="2" creationId="{DBB08FD1-E4CE-A18E-E81D-B220F6A33678}"/>
          </ac:spMkLst>
        </pc:spChg>
        <pc:spChg chg="add mod">
          <ac:chgData name="Eugene Paik" userId="5e81c5ed-980b-4518-9625-9f4bd5597d54" providerId="ADAL" clId="{7DD72008-0443-57F3-836B-20EAE5BA555A}" dt="2026-07-16T13:17:32.392" v="4279" actId="1076"/>
          <ac:spMkLst>
            <pc:docMk/>
            <pc:sldMk cId="2966568908" sldId="266"/>
            <ac:spMk id="7" creationId="{9EFF6EE4-1D4D-3020-3D75-A8CC8B180507}"/>
          </ac:spMkLst>
        </pc:spChg>
        <pc:spChg chg="add mod">
          <ac:chgData name="Eugene Paik" userId="5e81c5ed-980b-4518-9625-9f4bd5597d54" providerId="ADAL" clId="{7DD72008-0443-57F3-836B-20EAE5BA555A}" dt="2026-07-16T13:17:47.373" v="4309" actId="20577"/>
          <ac:spMkLst>
            <pc:docMk/>
            <pc:sldMk cId="2966568908" sldId="266"/>
            <ac:spMk id="8" creationId="{63ABE634-D818-FD37-1D52-C7CF6DE7D463}"/>
          </ac:spMkLst>
        </pc:spChg>
        <pc:picChg chg="add mod modCrop">
          <ac:chgData name="Eugene Paik" userId="5e81c5ed-980b-4518-9625-9f4bd5597d54" providerId="ADAL" clId="{7DD72008-0443-57F3-836B-20EAE5BA555A}" dt="2026-07-16T13:17:22.833" v="4277" actId="1076"/>
          <ac:picMkLst>
            <pc:docMk/>
            <pc:sldMk cId="2966568908" sldId="266"/>
            <ac:picMk id="3" creationId="{E22FAB4C-63DE-A3B7-DE34-653A4EBFE5EA}"/>
          </ac:picMkLst>
        </pc:picChg>
      </pc:sldChg>
      <pc:sldChg chg="addSp delSp modSp mod">
        <pc:chgData name="Eugene Paik" userId="5e81c5ed-980b-4518-9625-9f4bd5597d54" providerId="ADAL" clId="{7DD72008-0443-57F3-836B-20EAE5BA555A}" dt="2026-07-28T15:49:50.350" v="6857" actId="20577"/>
        <pc:sldMkLst>
          <pc:docMk/>
          <pc:sldMk cId="1181629881" sldId="267"/>
        </pc:sldMkLst>
        <pc:spChg chg="mod">
          <ac:chgData name="Eugene Paik" userId="5e81c5ed-980b-4518-9625-9f4bd5597d54" providerId="ADAL" clId="{7DD72008-0443-57F3-836B-20EAE5BA555A}" dt="2026-07-28T15:49:50.350" v="6857" actId="20577"/>
          <ac:spMkLst>
            <pc:docMk/>
            <pc:sldMk cId="1181629881" sldId="267"/>
            <ac:spMk id="2" creationId="{C7BD95C4-89DA-F15C-0E1D-1BE3B6885B6D}"/>
          </ac:spMkLst>
        </pc:spChg>
        <pc:spChg chg="mod topLvl">
          <ac:chgData name="Eugene Paik" userId="5e81c5ed-980b-4518-9625-9f4bd5597d54" providerId="ADAL" clId="{7DD72008-0443-57F3-836B-20EAE5BA555A}" dt="2026-07-28T15:49:46.881" v="6856" actId="20577"/>
          <ac:spMkLst>
            <pc:docMk/>
            <pc:sldMk cId="1181629881" sldId="267"/>
            <ac:spMk id="3" creationId="{59518E3A-3B55-8FBE-7092-CBA8DC3FC7A4}"/>
          </ac:spMkLst>
        </pc:spChg>
        <pc:spChg chg="add mod">
          <ac:chgData name="Eugene Paik" userId="5e81c5ed-980b-4518-9625-9f4bd5597d54" providerId="ADAL" clId="{7DD72008-0443-57F3-836B-20EAE5BA555A}" dt="2026-07-28T15:49:03.171" v="6688" actId="14100"/>
          <ac:spMkLst>
            <pc:docMk/>
            <pc:sldMk cId="1181629881" sldId="267"/>
            <ac:spMk id="10" creationId="{AE30FA9A-BE3A-7308-1B4D-E06BA61C2D80}"/>
          </ac:spMkLst>
        </pc:spChg>
        <pc:grpChg chg="del">
          <ac:chgData name="Eugene Paik" userId="5e81c5ed-980b-4518-9625-9f4bd5597d54" providerId="ADAL" clId="{7DD72008-0443-57F3-836B-20EAE5BA555A}" dt="2026-07-28T15:47:48.153" v="6537" actId="478"/>
          <ac:grpSpMkLst>
            <pc:docMk/>
            <pc:sldMk cId="1181629881" sldId="267"/>
            <ac:grpSpMk id="8" creationId="{89C89D74-6CCE-7090-5499-ADC71675B174}"/>
          </ac:grpSpMkLst>
        </pc:grpChg>
        <pc:picChg chg="del">
          <ac:chgData name="Eugene Paik" userId="5e81c5ed-980b-4518-9625-9f4bd5597d54" providerId="ADAL" clId="{7DD72008-0443-57F3-836B-20EAE5BA555A}" dt="2026-07-28T15:48:31.855" v="6679" actId="478"/>
          <ac:picMkLst>
            <pc:docMk/>
            <pc:sldMk cId="1181629881" sldId="267"/>
            <ac:picMk id="6" creationId="{1D3DBD0C-B75C-37DE-1E77-A47C1C775A0F}"/>
          </ac:picMkLst>
        </pc:picChg>
        <pc:picChg chg="del topLvl">
          <ac:chgData name="Eugene Paik" userId="5e81c5ed-980b-4518-9625-9f4bd5597d54" providerId="ADAL" clId="{7DD72008-0443-57F3-836B-20EAE5BA555A}" dt="2026-07-28T15:47:48.153" v="6537" actId="478"/>
          <ac:picMkLst>
            <pc:docMk/>
            <pc:sldMk cId="1181629881" sldId="267"/>
            <ac:picMk id="7" creationId="{71811827-0F4E-E81F-DEE2-EEA955D4C959}"/>
          </ac:picMkLst>
        </pc:picChg>
        <pc:picChg chg="add mod">
          <ac:chgData name="Eugene Paik" userId="5e81c5ed-980b-4518-9625-9f4bd5597d54" providerId="ADAL" clId="{7DD72008-0443-57F3-836B-20EAE5BA555A}" dt="2026-07-28T15:48:50.231" v="6685" actId="14100"/>
          <ac:picMkLst>
            <pc:docMk/>
            <pc:sldMk cId="1181629881" sldId="267"/>
            <ac:picMk id="9" creationId="{F8B278CE-C0B5-EE2F-2505-88ABB6ED1FFB}"/>
          </ac:picMkLst>
        </pc:picChg>
      </pc:sldChg>
      <pc:sldChg chg="del">
        <pc:chgData name="Eugene Paik" userId="5e81c5ed-980b-4518-9625-9f4bd5597d54" providerId="ADAL" clId="{7DD72008-0443-57F3-836B-20EAE5BA555A}" dt="2026-07-28T15:47:12.951" v="6479" actId="2696"/>
        <pc:sldMkLst>
          <pc:docMk/>
          <pc:sldMk cId="1647120000" sldId="268"/>
        </pc:sldMkLst>
      </pc:sldChg>
      <pc:sldChg chg="del">
        <pc:chgData name="Eugene Paik" userId="5e81c5ed-980b-4518-9625-9f4bd5597d54" providerId="ADAL" clId="{7DD72008-0443-57F3-836B-20EAE5BA555A}" dt="2026-07-28T15:46:54.870" v="6475" actId="2696"/>
        <pc:sldMkLst>
          <pc:docMk/>
          <pc:sldMk cId="1019724615" sldId="269"/>
        </pc:sldMkLst>
      </pc:sldChg>
      <pc:sldChg chg="del">
        <pc:chgData name="Eugene Paik" userId="5e81c5ed-980b-4518-9625-9f4bd5597d54" providerId="ADAL" clId="{7DD72008-0443-57F3-836B-20EAE5BA555A}" dt="2026-07-28T15:46:56.120" v="6476" actId="2696"/>
        <pc:sldMkLst>
          <pc:docMk/>
          <pc:sldMk cId="1861089426" sldId="270"/>
        </pc:sldMkLst>
      </pc:sldChg>
      <pc:sldChg chg="del">
        <pc:chgData name="Eugene Paik" userId="5e81c5ed-980b-4518-9625-9f4bd5597d54" providerId="ADAL" clId="{7DD72008-0443-57F3-836B-20EAE5BA555A}" dt="2026-07-28T15:46:57.775" v="6477" actId="2696"/>
        <pc:sldMkLst>
          <pc:docMk/>
          <pc:sldMk cId="2135874642" sldId="271"/>
        </pc:sldMkLst>
      </pc:sldChg>
      <pc:sldChg chg="del">
        <pc:chgData name="Eugene Paik" userId="5e81c5ed-980b-4518-9625-9f4bd5597d54" providerId="ADAL" clId="{7DD72008-0443-57F3-836B-20EAE5BA555A}" dt="2026-07-28T15:47:13.974" v="6480" actId="2696"/>
        <pc:sldMkLst>
          <pc:docMk/>
          <pc:sldMk cId="714116487" sldId="272"/>
        </pc:sldMkLst>
      </pc:sldChg>
      <pc:sldChg chg="delSp modSp mod modCm">
        <pc:chgData name="Eugene Paik" userId="5e81c5ed-980b-4518-9625-9f4bd5597d54" providerId="ADAL" clId="{7DD72008-0443-57F3-836B-20EAE5BA555A}" dt="2026-07-28T15:52:09.482" v="7061" actId="5793"/>
        <pc:sldMkLst>
          <pc:docMk/>
          <pc:sldMk cId="4124496713" sldId="273"/>
        </pc:sldMkLst>
        <pc:spChg chg="mod">
          <ac:chgData name="Eugene Paik" userId="5e81c5ed-980b-4518-9625-9f4bd5597d54" providerId="ADAL" clId="{7DD72008-0443-57F3-836B-20EAE5BA555A}" dt="2026-07-15T14:41:39.967" v="259" actId="20577"/>
          <ac:spMkLst>
            <pc:docMk/>
            <pc:sldMk cId="4124496713" sldId="273"/>
            <ac:spMk id="2" creationId="{A6490950-C685-4B35-A35C-1E7BA7FF95BE}"/>
          </ac:spMkLst>
        </pc:spChg>
        <pc:spChg chg="mod">
          <ac:chgData name="Eugene Paik" userId="5e81c5ed-980b-4518-9625-9f4bd5597d54" providerId="ADAL" clId="{7DD72008-0443-57F3-836B-20EAE5BA555A}" dt="2026-07-28T15:52:09.482" v="7061" actId="5793"/>
          <ac:spMkLst>
            <pc:docMk/>
            <pc:sldMk cId="4124496713" sldId="273"/>
            <ac:spMk id="6" creationId="{33A3A62A-62DB-5B51-D866-47B19EB11087}"/>
          </ac:spMkLst>
        </pc:spChg>
        <pc:extLst>
          <p:ext xmlns:p="http://schemas.openxmlformats.org/presentationml/2006/main" uri="{D6D511B9-2390-475A-947B-AFAB55BFBCF1}">
            <pc226:cmChg xmlns:pc226="http://schemas.microsoft.com/office/powerpoint/2022/06/main/command" chg="mod">
              <pc226:chgData name="Eugene Paik" userId="5e81c5ed-980b-4518-9625-9f4bd5597d54" providerId="ADAL" clId="{7DD72008-0443-57F3-836B-20EAE5BA555A}" dt="2026-07-15T14:41:56.371" v="296" actId="20577"/>
              <pc2:cmMkLst xmlns:pc2="http://schemas.microsoft.com/office/powerpoint/2019/9/main/command">
                <pc:docMk/>
                <pc:sldMk cId="4124496713" sldId="273"/>
                <pc2:cmMk id="{F4835676-BC71-477F-903C-2AE7BF72EC50}"/>
              </pc2:cmMkLst>
            </pc226:cmChg>
          </p:ext>
        </pc:extLst>
      </pc:sldChg>
      <pc:sldChg chg="modSp mod">
        <pc:chgData name="Eugene Paik" userId="5e81c5ed-980b-4518-9625-9f4bd5597d54" providerId="ADAL" clId="{7DD72008-0443-57F3-836B-20EAE5BA555A}" dt="2026-07-28T18:02:05.493" v="8244" actId="20577"/>
        <pc:sldMkLst>
          <pc:docMk/>
          <pc:sldMk cId="41096073" sldId="274"/>
        </pc:sldMkLst>
        <pc:spChg chg="mod">
          <ac:chgData name="Eugene Paik" userId="5e81c5ed-980b-4518-9625-9f4bd5597d54" providerId="ADAL" clId="{7DD72008-0443-57F3-836B-20EAE5BA555A}" dt="2026-07-28T18:02:05.493" v="8244" actId="20577"/>
          <ac:spMkLst>
            <pc:docMk/>
            <pc:sldMk cId="41096073" sldId="274"/>
            <ac:spMk id="2" creationId="{E566BDA1-8550-3791-290A-04FDD73F7437}"/>
          </ac:spMkLst>
        </pc:spChg>
      </pc:sldChg>
      <pc:sldChg chg="addSp delSp modSp mod">
        <pc:chgData name="Eugene Paik" userId="5e81c5ed-980b-4518-9625-9f4bd5597d54" providerId="ADAL" clId="{7DD72008-0443-57F3-836B-20EAE5BA555A}" dt="2026-07-28T15:43:51.133" v="6091" actId="20577"/>
        <pc:sldMkLst>
          <pc:docMk/>
          <pc:sldMk cId="1672875851" sldId="275"/>
        </pc:sldMkLst>
        <pc:spChg chg="mod">
          <ac:chgData name="Eugene Paik" userId="5e81c5ed-980b-4518-9625-9f4bd5597d54" providerId="ADAL" clId="{7DD72008-0443-57F3-836B-20EAE5BA555A}" dt="2026-07-16T13:38:30.046" v="5044" actId="20577"/>
          <ac:spMkLst>
            <pc:docMk/>
            <pc:sldMk cId="1672875851" sldId="275"/>
            <ac:spMk id="2" creationId="{548BF8B5-4716-F248-2A60-96D877121BD2}"/>
          </ac:spMkLst>
        </pc:spChg>
        <pc:spChg chg="add mod">
          <ac:chgData name="Eugene Paik" userId="5e81c5ed-980b-4518-9625-9f4bd5597d54" providerId="ADAL" clId="{7DD72008-0443-57F3-836B-20EAE5BA555A}" dt="2026-07-16T13:39:43.400" v="5222" actId="14100"/>
          <ac:spMkLst>
            <pc:docMk/>
            <pc:sldMk cId="1672875851" sldId="275"/>
            <ac:spMk id="4" creationId="{63AF1947-B81C-8882-86E3-252F5233BB3C}"/>
          </ac:spMkLst>
        </pc:spChg>
        <pc:spChg chg="mod">
          <ac:chgData name="Eugene Paik" userId="5e81c5ed-980b-4518-9625-9f4bd5597d54" providerId="ADAL" clId="{7DD72008-0443-57F3-836B-20EAE5BA555A}" dt="2026-07-16T13:39:20.425" v="5214" actId="14100"/>
          <ac:spMkLst>
            <pc:docMk/>
            <pc:sldMk cId="1672875851" sldId="275"/>
            <ac:spMk id="6" creationId="{9A3086E2-963D-DDFD-1104-0189B573934B}"/>
          </ac:spMkLst>
        </pc:spChg>
        <pc:spChg chg="mod">
          <ac:chgData name="Eugene Paik" userId="5e81c5ed-980b-4518-9625-9f4bd5597d54" providerId="ADAL" clId="{7DD72008-0443-57F3-836B-20EAE5BA555A}" dt="2026-07-16T13:40:35.795" v="5287" actId="20577"/>
          <ac:spMkLst>
            <pc:docMk/>
            <pc:sldMk cId="1672875851" sldId="275"/>
            <ac:spMk id="8" creationId="{E2E9C7B7-05B9-565D-A3E1-0844D1037F66}"/>
          </ac:spMkLst>
        </pc:spChg>
        <pc:spChg chg="add mod">
          <ac:chgData name="Eugene Paik" userId="5e81c5ed-980b-4518-9625-9f4bd5597d54" providerId="ADAL" clId="{7DD72008-0443-57F3-836B-20EAE5BA555A}" dt="2026-07-28T15:43:51.133" v="6091" actId="20577"/>
          <ac:spMkLst>
            <pc:docMk/>
            <pc:sldMk cId="1672875851" sldId="275"/>
            <ac:spMk id="12" creationId="{45808742-75C4-4691-E8EB-6C2E3C79A35E}"/>
          </ac:spMkLst>
        </pc:spChg>
        <pc:picChg chg="add mod">
          <ac:chgData name="Eugene Paik" userId="5e81c5ed-980b-4518-9625-9f4bd5597d54" providerId="ADAL" clId="{7DD72008-0443-57F3-836B-20EAE5BA555A}" dt="2026-07-16T13:39:37.331" v="5219" actId="1076"/>
          <ac:picMkLst>
            <pc:docMk/>
            <pc:sldMk cId="1672875851" sldId="275"/>
            <ac:picMk id="3" creationId="{288E8890-4944-72E1-283C-F5D12CAECAAD}"/>
          </ac:picMkLst>
        </pc:picChg>
        <pc:picChg chg="add mod">
          <ac:chgData name="Eugene Paik" userId="5e81c5ed-980b-4518-9625-9f4bd5597d54" providerId="ADAL" clId="{7DD72008-0443-57F3-836B-20EAE5BA555A}" dt="2026-07-16T13:40:25.503" v="5231" actId="1076"/>
          <ac:picMkLst>
            <pc:docMk/>
            <pc:sldMk cId="1672875851" sldId="275"/>
            <ac:picMk id="11" creationId="{14A3F83D-8AAA-8A6E-6EF7-A976EF157356}"/>
          </ac:picMkLst>
        </pc:picChg>
      </pc:sldChg>
      <pc:sldChg chg="modSp mod">
        <pc:chgData name="Eugene Paik" userId="5e81c5ed-980b-4518-9625-9f4bd5597d54" providerId="ADAL" clId="{7DD72008-0443-57F3-836B-20EAE5BA555A}" dt="2026-07-28T17:57:08.458" v="8005" actId="20577"/>
        <pc:sldMkLst>
          <pc:docMk/>
          <pc:sldMk cId="1520369975" sldId="276"/>
        </pc:sldMkLst>
        <pc:spChg chg="mod">
          <ac:chgData name="Eugene Paik" userId="5e81c5ed-980b-4518-9625-9f4bd5597d54" providerId="ADAL" clId="{7DD72008-0443-57F3-836B-20EAE5BA555A}" dt="2026-07-28T17:57:08.458" v="8005" actId="20577"/>
          <ac:spMkLst>
            <pc:docMk/>
            <pc:sldMk cId="1520369975" sldId="276"/>
            <ac:spMk id="2" creationId="{7AD358B8-1722-C658-2FBC-141B1D1351D6}"/>
          </ac:spMkLst>
        </pc:spChg>
      </pc:sldChg>
      <pc:sldChg chg="delSp modSp del mod">
        <pc:chgData name="Eugene Paik" userId="5e81c5ed-980b-4518-9625-9f4bd5597d54" providerId="ADAL" clId="{7DD72008-0443-57F3-836B-20EAE5BA555A}" dt="2026-07-28T15:47:11.532" v="6478" actId="2696"/>
        <pc:sldMkLst>
          <pc:docMk/>
          <pc:sldMk cId="3073968646" sldId="277"/>
        </pc:sldMkLst>
        <pc:spChg chg="mod">
          <ac:chgData name="Eugene Paik" userId="5e81c5ed-980b-4518-9625-9f4bd5597d54" providerId="ADAL" clId="{7DD72008-0443-57F3-836B-20EAE5BA555A}" dt="2026-07-28T15:40:27.981" v="5624" actId="20577"/>
          <ac:spMkLst>
            <pc:docMk/>
            <pc:sldMk cId="3073968646" sldId="277"/>
            <ac:spMk id="2" creationId="{FE231CF6-4E4A-4141-1FD5-44DB5CA0074C}"/>
          </ac:spMkLst>
        </pc:spChg>
        <pc:spChg chg="mod">
          <ac:chgData name="Eugene Paik" userId="5e81c5ed-980b-4518-9625-9f4bd5597d54" providerId="ADAL" clId="{7DD72008-0443-57F3-836B-20EAE5BA555A}" dt="2026-07-28T15:41:12.106" v="5848" actId="313"/>
          <ac:spMkLst>
            <pc:docMk/>
            <pc:sldMk cId="3073968646" sldId="277"/>
            <ac:spMk id="6" creationId="{13882528-F969-D6C4-B775-8601636F5EB8}"/>
          </ac:spMkLst>
        </pc:spChg>
        <pc:spChg chg="del">
          <ac:chgData name="Eugene Paik" userId="5e81c5ed-980b-4518-9625-9f4bd5597d54" providerId="ADAL" clId="{7DD72008-0443-57F3-836B-20EAE5BA555A}" dt="2026-07-28T15:41:15.722" v="5849" actId="478"/>
          <ac:spMkLst>
            <pc:docMk/>
            <pc:sldMk cId="3073968646" sldId="277"/>
            <ac:spMk id="8" creationId="{343DF10D-0238-5DC1-8E20-B6251C2C6F59}"/>
          </ac:spMkLst>
        </pc:spChg>
        <pc:spChg chg="del">
          <ac:chgData name="Eugene Paik" userId="5e81c5ed-980b-4518-9625-9f4bd5597d54" providerId="ADAL" clId="{7DD72008-0443-57F3-836B-20EAE5BA555A}" dt="2026-07-28T15:41:19.371" v="5851" actId="478"/>
          <ac:spMkLst>
            <pc:docMk/>
            <pc:sldMk cId="3073968646" sldId="277"/>
            <ac:spMk id="13" creationId="{EB1DAD1C-DF47-7677-22A1-9BA8AFCC35DD}"/>
          </ac:spMkLst>
        </pc:spChg>
        <pc:spChg chg="del">
          <ac:chgData name="Eugene Paik" userId="5e81c5ed-980b-4518-9625-9f4bd5597d54" providerId="ADAL" clId="{7DD72008-0443-57F3-836B-20EAE5BA555A}" dt="2026-07-28T15:41:21.007" v="5852" actId="478"/>
          <ac:spMkLst>
            <pc:docMk/>
            <pc:sldMk cId="3073968646" sldId="277"/>
            <ac:spMk id="14" creationId="{5328566A-83FE-17B0-E937-3331C4AD5342}"/>
          </ac:spMkLst>
        </pc:spChg>
        <pc:picChg chg="del">
          <ac:chgData name="Eugene Paik" userId="5e81c5ed-980b-4518-9625-9f4bd5597d54" providerId="ADAL" clId="{7DD72008-0443-57F3-836B-20EAE5BA555A}" dt="2026-07-28T15:41:17.018" v="5850" actId="478"/>
          <ac:picMkLst>
            <pc:docMk/>
            <pc:sldMk cId="3073968646" sldId="277"/>
            <ac:picMk id="4" creationId="{5E44743C-2931-11B3-E9EE-7CAD7460A8D3}"/>
          </ac:picMkLst>
        </pc:picChg>
      </pc:sldChg>
      <pc:sldChg chg="addSp delSp modSp add mod">
        <pc:chgData name="Eugene Paik" userId="5e81c5ed-980b-4518-9625-9f4bd5597d54" providerId="ADAL" clId="{7DD72008-0443-57F3-836B-20EAE5BA555A}" dt="2026-07-28T16:05:18.341" v="7631" actId="478"/>
        <pc:sldMkLst>
          <pc:docMk/>
          <pc:sldMk cId="1524060659" sldId="278"/>
        </pc:sldMkLst>
        <pc:spChg chg="mod">
          <ac:chgData name="Eugene Paik" userId="5e81c5ed-980b-4518-9625-9f4bd5597d54" providerId="ADAL" clId="{7DD72008-0443-57F3-836B-20EAE5BA555A}" dt="2026-07-28T15:50:58.968" v="6933" actId="20577"/>
          <ac:spMkLst>
            <pc:docMk/>
            <pc:sldMk cId="1524060659" sldId="278"/>
            <ac:spMk id="2" creationId="{2E7CBC14-7C7D-7DDA-5D81-23FDA8DBE283}"/>
          </ac:spMkLst>
        </pc:spChg>
        <pc:spChg chg="mod">
          <ac:chgData name="Eugene Paik" userId="5e81c5ed-980b-4518-9625-9f4bd5597d54" providerId="ADAL" clId="{7DD72008-0443-57F3-836B-20EAE5BA555A}" dt="2026-07-15T14:59:41.848" v="2432" actId="1076"/>
          <ac:spMkLst>
            <pc:docMk/>
            <pc:sldMk cId="1524060659" sldId="278"/>
            <ac:spMk id="3" creationId="{247E59B8-ECEA-C6E5-F931-A5C0C55C89A4}"/>
          </ac:spMkLst>
        </pc:spChg>
        <pc:spChg chg="mod">
          <ac:chgData name="Eugene Paik" userId="5e81c5ed-980b-4518-9625-9f4bd5597d54" providerId="ADAL" clId="{7DD72008-0443-57F3-836B-20EAE5BA555A}" dt="2026-07-15T14:59:38.446" v="2431" actId="1076"/>
          <ac:spMkLst>
            <pc:docMk/>
            <pc:sldMk cId="1524060659" sldId="278"/>
            <ac:spMk id="7" creationId="{E042C88C-4FEC-F6E7-9962-6C6140FC524B}"/>
          </ac:spMkLst>
        </pc:spChg>
        <pc:spChg chg="del mod">
          <ac:chgData name="Eugene Paik" userId="5e81c5ed-980b-4518-9625-9f4bd5597d54" providerId="ADAL" clId="{7DD72008-0443-57F3-836B-20EAE5BA555A}" dt="2026-07-28T16:05:18.341" v="7631" actId="478"/>
          <ac:spMkLst>
            <pc:docMk/>
            <pc:sldMk cId="1524060659" sldId="278"/>
            <ac:spMk id="8" creationId="{72D45209-82D6-A96A-4D87-3AACB306DE06}"/>
          </ac:spMkLst>
        </pc:spChg>
        <pc:picChg chg="add mod">
          <ac:chgData name="Eugene Paik" userId="5e81c5ed-980b-4518-9625-9f4bd5597d54" providerId="ADAL" clId="{7DD72008-0443-57F3-836B-20EAE5BA555A}" dt="2026-07-15T14:58:06.754" v="2218" actId="1076"/>
          <ac:picMkLst>
            <pc:docMk/>
            <pc:sldMk cId="1524060659" sldId="278"/>
            <ac:picMk id="10" creationId="{47027314-780A-0277-9541-5C43AD863003}"/>
          </ac:picMkLst>
        </pc:picChg>
      </pc:sldChg>
      <pc:sldChg chg="addSp delSp modSp add mod">
        <pc:chgData name="Eugene Paik" userId="5e81c5ed-980b-4518-9625-9f4bd5597d54" providerId="ADAL" clId="{7DD72008-0443-57F3-836B-20EAE5BA555A}" dt="2026-07-28T16:07:50.843" v="7988" actId="1076"/>
        <pc:sldMkLst>
          <pc:docMk/>
          <pc:sldMk cId="532712333" sldId="279"/>
        </pc:sldMkLst>
        <pc:spChg chg="mod">
          <ac:chgData name="Eugene Paik" userId="5e81c5ed-980b-4518-9625-9f4bd5597d54" providerId="ADAL" clId="{7DD72008-0443-57F3-836B-20EAE5BA555A}" dt="2026-07-28T15:50:45.336" v="6920" actId="20577"/>
          <ac:spMkLst>
            <pc:docMk/>
            <pc:sldMk cId="532712333" sldId="279"/>
            <ac:spMk id="2" creationId="{00C94C06-2C1E-6B6D-388C-09CF45B884C0}"/>
          </ac:spMkLst>
        </pc:spChg>
        <pc:spChg chg="mod">
          <ac:chgData name="Eugene Paik" userId="5e81c5ed-980b-4518-9625-9f4bd5597d54" providerId="ADAL" clId="{7DD72008-0443-57F3-836B-20EAE5BA555A}" dt="2026-07-15T15:09:55.407" v="2912" actId="1076"/>
          <ac:spMkLst>
            <pc:docMk/>
            <pc:sldMk cId="532712333" sldId="279"/>
            <ac:spMk id="3" creationId="{343DF59C-BEE8-B12C-1B69-FB1BEA9C90FE}"/>
          </ac:spMkLst>
        </pc:spChg>
        <pc:spChg chg="mod">
          <ac:chgData name="Eugene Paik" userId="5e81c5ed-980b-4518-9625-9f4bd5597d54" providerId="ADAL" clId="{7DD72008-0443-57F3-836B-20EAE5BA555A}" dt="2026-07-28T16:06:11.061" v="7755" actId="20577"/>
          <ac:spMkLst>
            <pc:docMk/>
            <pc:sldMk cId="532712333" sldId="279"/>
            <ac:spMk id="7" creationId="{ED5A7396-2B2A-0B40-BDEC-FF7F0BC89E7F}"/>
          </ac:spMkLst>
        </pc:spChg>
        <pc:spChg chg="mod">
          <ac:chgData name="Eugene Paik" userId="5e81c5ed-980b-4518-9625-9f4bd5597d54" providerId="ADAL" clId="{7DD72008-0443-57F3-836B-20EAE5BA555A}" dt="2026-07-28T16:06:17.838" v="7763" actId="20577"/>
          <ac:spMkLst>
            <pc:docMk/>
            <pc:sldMk cId="532712333" sldId="279"/>
            <ac:spMk id="8" creationId="{15FC0B39-225A-FCBF-C0E6-289C230BCD42}"/>
          </ac:spMkLst>
        </pc:spChg>
        <pc:spChg chg="add mod">
          <ac:chgData name="Eugene Paik" userId="5e81c5ed-980b-4518-9625-9f4bd5597d54" providerId="ADAL" clId="{7DD72008-0443-57F3-836B-20EAE5BA555A}" dt="2026-07-28T16:06:34.273" v="7811" actId="20577"/>
          <ac:spMkLst>
            <pc:docMk/>
            <pc:sldMk cId="532712333" sldId="279"/>
            <ac:spMk id="9" creationId="{D05E9A38-1F00-EB39-BACF-9E30864EA8BB}"/>
          </ac:spMkLst>
        </pc:spChg>
        <pc:spChg chg="add mod">
          <ac:chgData name="Eugene Paik" userId="5e81c5ed-980b-4518-9625-9f4bd5597d54" providerId="ADAL" clId="{7DD72008-0443-57F3-836B-20EAE5BA555A}" dt="2026-07-28T16:07:50.843" v="7988" actId="1076"/>
          <ac:spMkLst>
            <pc:docMk/>
            <pc:sldMk cId="532712333" sldId="279"/>
            <ac:spMk id="11" creationId="{F5770AAD-AE62-2613-7F77-F8577C6C23D0}"/>
          </ac:spMkLst>
        </pc:spChg>
        <pc:spChg chg="add mod">
          <ac:chgData name="Eugene Paik" userId="5e81c5ed-980b-4518-9625-9f4bd5597d54" providerId="ADAL" clId="{7DD72008-0443-57F3-836B-20EAE5BA555A}" dt="2026-07-28T16:07:32.235" v="7931" actId="14100"/>
          <ac:spMkLst>
            <pc:docMk/>
            <pc:sldMk cId="532712333" sldId="279"/>
            <ac:spMk id="12" creationId="{B2B70664-3FC2-B37F-0F67-FD4B70AFB48B}"/>
          </ac:spMkLst>
        </pc:spChg>
        <pc:picChg chg="add mod">
          <ac:chgData name="Eugene Paik" userId="5e81c5ed-980b-4518-9625-9f4bd5597d54" providerId="ADAL" clId="{7DD72008-0443-57F3-836B-20EAE5BA555A}" dt="2026-07-28T15:50:51.805" v="6921" actId="14100"/>
          <ac:picMkLst>
            <pc:docMk/>
            <pc:sldMk cId="532712333" sldId="279"/>
            <ac:picMk id="6" creationId="{B614A16B-9EE9-74F8-F80C-A39F897A6241}"/>
          </ac:picMkLst>
        </pc:picChg>
      </pc:sldChg>
      <pc:sldChg chg="addSp delSp modSp add mod">
        <pc:chgData name="Eugene Paik" userId="5e81c5ed-980b-4518-9625-9f4bd5597d54" providerId="ADAL" clId="{7DD72008-0443-57F3-836B-20EAE5BA555A}" dt="2026-07-28T16:08:15.233" v="8002" actId="20577"/>
        <pc:sldMkLst>
          <pc:docMk/>
          <pc:sldMk cId="1892376011" sldId="280"/>
        </pc:sldMkLst>
        <pc:spChg chg="mod">
          <ac:chgData name="Eugene Paik" userId="5e81c5ed-980b-4518-9625-9f4bd5597d54" providerId="ADAL" clId="{7DD72008-0443-57F3-836B-20EAE5BA555A}" dt="2026-07-28T15:50:36.234" v="6908" actId="20577"/>
          <ac:spMkLst>
            <pc:docMk/>
            <pc:sldMk cId="1892376011" sldId="280"/>
            <ac:spMk id="2" creationId="{4F064927-2971-3610-88DA-3E850595F4BF}"/>
          </ac:spMkLst>
        </pc:spChg>
        <pc:spChg chg="mod">
          <ac:chgData name="Eugene Paik" userId="5e81c5ed-980b-4518-9625-9f4bd5597d54" providerId="ADAL" clId="{7DD72008-0443-57F3-836B-20EAE5BA555A}" dt="2026-07-28T16:08:05.934" v="8001" actId="20577"/>
          <ac:spMkLst>
            <pc:docMk/>
            <pc:sldMk cId="1892376011" sldId="280"/>
            <ac:spMk id="3" creationId="{B2516B39-9DE2-5F24-30EB-19A3FC4CE06D}"/>
          </ac:spMkLst>
        </pc:spChg>
        <pc:spChg chg="mod">
          <ac:chgData name="Eugene Paik" userId="5e81c5ed-980b-4518-9625-9f4bd5597d54" providerId="ADAL" clId="{7DD72008-0443-57F3-836B-20EAE5BA555A}" dt="2026-07-15T15:13:53.884" v="3191" actId="14100"/>
          <ac:spMkLst>
            <pc:docMk/>
            <pc:sldMk cId="1892376011" sldId="280"/>
            <ac:spMk id="7" creationId="{3BF7D28E-F4D4-B347-64DC-DB5F3BD64FC8}"/>
          </ac:spMkLst>
        </pc:spChg>
        <pc:spChg chg="mod">
          <ac:chgData name="Eugene Paik" userId="5e81c5ed-980b-4518-9625-9f4bd5597d54" providerId="ADAL" clId="{7DD72008-0443-57F3-836B-20EAE5BA555A}" dt="2026-07-15T15:15:02.037" v="3211" actId="20577"/>
          <ac:spMkLst>
            <pc:docMk/>
            <pc:sldMk cId="1892376011" sldId="280"/>
            <ac:spMk id="11" creationId="{E24CD7EE-88BD-D673-44B3-06440DD24F7F}"/>
          </ac:spMkLst>
        </pc:spChg>
        <pc:spChg chg="mod">
          <ac:chgData name="Eugene Paik" userId="5e81c5ed-980b-4518-9625-9f4bd5597d54" providerId="ADAL" clId="{7DD72008-0443-57F3-836B-20EAE5BA555A}" dt="2026-07-28T16:08:15.233" v="8002" actId="20577"/>
          <ac:spMkLst>
            <pc:docMk/>
            <pc:sldMk cId="1892376011" sldId="280"/>
            <ac:spMk id="12" creationId="{87B2C3C2-CD72-672D-E51D-750360673727}"/>
          </ac:spMkLst>
        </pc:spChg>
        <pc:spChg chg="add mod">
          <ac:chgData name="Eugene Paik" userId="5e81c5ed-980b-4518-9625-9f4bd5597d54" providerId="ADAL" clId="{7DD72008-0443-57F3-836B-20EAE5BA555A}" dt="2026-07-15T15:17:12.664" v="3289" actId="20577"/>
          <ac:spMkLst>
            <pc:docMk/>
            <pc:sldMk cId="1892376011" sldId="280"/>
            <ac:spMk id="17" creationId="{E6ECA26E-FAE6-1868-BF93-17DD9D44E302}"/>
          </ac:spMkLst>
        </pc:spChg>
        <pc:picChg chg="add mod">
          <ac:chgData name="Eugene Paik" userId="5e81c5ed-980b-4518-9625-9f4bd5597d54" providerId="ADAL" clId="{7DD72008-0443-57F3-836B-20EAE5BA555A}" dt="2026-07-15T15:14:50.692" v="3205" actId="1076"/>
          <ac:picMkLst>
            <pc:docMk/>
            <pc:sldMk cId="1892376011" sldId="280"/>
            <ac:picMk id="14" creationId="{6951185D-E5C5-092D-B8B3-7BC1B60FC06B}"/>
          </ac:picMkLst>
        </pc:picChg>
        <pc:picChg chg="add mod modCrop">
          <ac:chgData name="Eugene Paik" userId="5e81c5ed-980b-4518-9625-9f4bd5597d54" providerId="ADAL" clId="{7DD72008-0443-57F3-836B-20EAE5BA555A}" dt="2026-07-15T15:16:39.708" v="3220" actId="1076"/>
          <ac:picMkLst>
            <pc:docMk/>
            <pc:sldMk cId="1892376011" sldId="280"/>
            <ac:picMk id="16" creationId="{2F4EC632-6B04-BA12-83D8-BBCA8BAD77DB}"/>
          </ac:picMkLst>
        </pc:picChg>
      </pc:sldChg>
      <pc:sldChg chg="addSp delSp modSp add mod">
        <pc:chgData name="Eugene Paik" userId="5e81c5ed-980b-4518-9625-9f4bd5597d54" providerId="ADAL" clId="{7DD72008-0443-57F3-836B-20EAE5BA555A}" dt="2026-07-28T15:50:18.150" v="6884" actId="20577"/>
        <pc:sldMkLst>
          <pc:docMk/>
          <pc:sldMk cId="2680280307" sldId="281"/>
        </pc:sldMkLst>
        <pc:spChg chg="mod">
          <ac:chgData name="Eugene Paik" userId="5e81c5ed-980b-4518-9625-9f4bd5597d54" providerId="ADAL" clId="{7DD72008-0443-57F3-836B-20EAE5BA555A}" dt="2026-07-28T15:50:11.912" v="6872" actId="20577"/>
          <ac:spMkLst>
            <pc:docMk/>
            <pc:sldMk cId="2680280307" sldId="281"/>
            <ac:spMk id="2" creationId="{ED149595-1E69-B721-91E8-EEEF751A1627}"/>
          </ac:spMkLst>
        </pc:spChg>
        <pc:spChg chg="add mod">
          <ac:chgData name="Eugene Paik" userId="5e81c5ed-980b-4518-9625-9f4bd5597d54" providerId="ADAL" clId="{7DD72008-0443-57F3-836B-20EAE5BA555A}" dt="2026-07-28T15:50:18.150" v="6884" actId="20577"/>
          <ac:spMkLst>
            <pc:docMk/>
            <pc:sldMk cId="2680280307" sldId="281"/>
            <ac:spMk id="8" creationId="{0CF44E8B-D43D-BC3B-D0AE-6AFC795CB3EC}"/>
          </ac:spMkLst>
        </pc:spChg>
        <pc:spChg chg="add mod">
          <ac:chgData name="Eugene Paik" userId="5e81c5ed-980b-4518-9625-9f4bd5597d54" providerId="ADAL" clId="{7DD72008-0443-57F3-836B-20EAE5BA555A}" dt="2026-07-28T15:37:40.139" v="5422" actId="1076"/>
          <ac:spMkLst>
            <pc:docMk/>
            <pc:sldMk cId="2680280307" sldId="281"/>
            <ac:spMk id="9" creationId="{5F6AB3F6-C535-5818-877F-A671E0691A6C}"/>
          </ac:spMkLst>
        </pc:spChg>
        <pc:spChg chg="mod">
          <ac:chgData name="Eugene Paik" userId="5e81c5ed-980b-4518-9625-9f4bd5597d54" providerId="ADAL" clId="{7DD72008-0443-57F3-836B-20EAE5BA555A}" dt="2026-07-16T13:15:32.049" v="4021" actId="14100"/>
          <ac:spMkLst>
            <pc:docMk/>
            <pc:sldMk cId="2680280307" sldId="281"/>
            <ac:spMk id="11" creationId="{73E66271-08DF-9E97-1C1D-87B459457D3E}"/>
          </ac:spMkLst>
        </pc:spChg>
        <pc:spChg chg="add mod">
          <ac:chgData name="Eugene Paik" userId="5e81c5ed-980b-4518-9625-9f4bd5597d54" providerId="ADAL" clId="{7DD72008-0443-57F3-836B-20EAE5BA555A}" dt="2026-07-28T15:37:58.144" v="5429" actId="20577"/>
          <ac:spMkLst>
            <pc:docMk/>
            <pc:sldMk cId="2680280307" sldId="281"/>
            <ac:spMk id="12" creationId="{08C5FC46-AC08-1B49-B9F8-A84FE49AA9C6}"/>
          </ac:spMkLst>
        </pc:spChg>
        <pc:spChg chg="add mod">
          <ac:chgData name="Eugene Paik" userId="5e81c5ed-980b-4518-9625-9f4bd5597d54" providerId="ADAL" clId="{7DD72008-0443-57F3-836B-20EAE5BA555A}" dt="2026-07-28T15:38:07.685" v="5432" actId="1076"/>
          <ac:spMkLst>
            <pc:docMk/>
            <pc:sldMk cId="2680280307" sldId="281"/>
            <ac:spMk id="13" creationId="{22CA37DD-9C46-B8C8-2EB4-2054C60E0E59}"/>
          </ac:spMkLst>
        </pc:spChg>
        <pc:spChg chg="add mod">
          <ac:chgData name="Eugene Paik" userId="5e81c5ed-980b-4518-9625-9f4bd5597d54" providerId="ADAL" clId="{7DD72008-0443-57F3-836B-20EAE5BA555A}" dt="2026-07-28T15:37:51.460" v="5427" actId="14100"/>
          <ac:spMkLst>
            <pc:docMk/>
            <pc:sldMk cId="2680280307" sldId="281"/>
            <ac:spMk id="14" creationId="{41492349-DC81-8C6E-3082-B0075138C458}"/>
          </ac:spMkLst>
        </pc:spChg>
        <pc:picChg chg="add mod">
          <ac:chgData name="Eugene Paik" userId="5e81c5ed-980b-4518-9625-9f4bd5597d54" providerId="ADAL" clId="{7DD72008-0443-57F3-836B-20EAE5BA555A}" dt="2026-07-16T13:14:59.537" v="3968" actId="1076"/>
          <ac:picMkLst>
            <pc:docMk/>
            <pc:sldMk cId="2680280307" sldId="281"/>
            <ac:picMk id="7" creationId="{A1790C7A-84DF-8AE0-97BB-7E0AFB4F047A}"/>
          </ac:picMkLst>
        </pc:picChg>
      </pc:sldChg>
      <pc:sldChg chg="addSp delSp modSp add mod">
        <pc:chgData name="Eugene Paik" userId="5e81c5ed-980b-4518-9625-9f4bd5597d54" providerId="ADAL" clId="{7DD72008-0443-57F3-836B-20EAE5BA555A}" dt="2026-07-16T13:24:21.196" v="4632" actId="1038"/>
        <pc:sldMkLst>
          <pc:docMk/>
          <pc:sldMk cId="1251383547" sldId="282"/>
        </pc:sldMkLst>
        <pc:spChg chg="mod">
          <ac:chgData name="Eugene Paik" userId="5e81c5ed-980b-4518-9625-9f4bd5597d54" providerId="ADAL" clId="{7DD72008-0443-57F3-836B-20EAE5BA555A}" dt="2026-07-16T13:19:53.837" v="4399" actId="1035"/>
          <ac:spMkLst>
            <pc:docMk/>
            <pc:sldMk cId="1251383547" sldId="282"/>
            <ac:spMk id="7" creationId="{9B2A6FD3-4047-57EF-33E5-DE7C084D5AF4}"/>
          </ac:spMkLst>
        </pc:spChg>
        <pc:spChg chg="mod">
          <ac:chgData name="Eugene Paik" userId="5e81c5ed-980b-4518-9625-9f4bd5597d54" providerId="ADAL" clId="{7DD72008-0443-57F3-836B-20EAE5BA555A}" dt="2026-07-16T13:19:40.241" v="4389" actId="313"/>
          <ac:spMkLst>
            <pc:docMk/>
            <pc:sldMk cId="1251383547" sldId="282"/>
            <ac:spMk id="8" creationId="{248EA4AE-D60C-F991-BA41-DE056D31864B}"/>
          </ac:spMkLst>
        </pc:spChg>
        <pc:spChg chg="add mod">
          <ac:chgData name="Eugene Paik" userId="5e81c5ed-980b-4518-9625-9f4bd5597d54" providerId="ADAL" clId="{7DD72008-0443-57F3-836B-20EAE5BA555A}" dt="2026-07-16T13:24:14.425" v="4628" actId="1076"/>
          <ac:spMkLst>
            <pc:docMk/>
            <pc:sldMk cId="1251383547" sldId="282"/>
            <ac:spMk id="12" creationId="{3B0FFB6E-1A59-8206-DF57-A0E7610F9228}"/>
          </ac:spMkLst>
        </pc:spChg>
        <pc:spChg chg="add mod">
          <ac:chgData name="Eugene Paik" userId="5e81c5ed-980b-4518-9625-9f4bd5597d54" providerId="ADAL" clId="{7DD72008-0443-57F3-836B-20EAE5BA555A}" dt="2026-07-16T13:21:46.659" v="4504" actId="1076"/>
          <ac:spMkLst>
            <pc:docMk/>
            <pc:sldMk cId="1251383547" sldId="282"/>
            <ac:spMk id="13" creationId="{58005F72-674E-F142-C7F1-54F046179CC5}"/>
          </ac:spMkLst>
        </pc:spChg>
        <pc:spChg chg="add mod">
          <ac:chgData name="Eugene Paik" userId="5e81c5ed-980b-4518-9625-9f4bd5597d54" providerId="ADAL" clId="{7DD72008-0443-57F3-836B-20EAE5BA555A}" dt="2026-07-16T13:22:18.157" v="4523" actId="1076"/>
          <ac:spMkLst>
            <pc:docMk/>
            <pc:sldMk cId="1251383547" sldId="282"/>
            <ac:spMk id="14" creationId="{01AABABC-8A7F-7B1D-DD7D-9AEAD8CAEAA5}"/>
          </ac:spMkLst>
        </pc:spChg>
        <pc:spChg chg="add mod">
          <ac:chgData name="Eugene Paik" userId="5e81c5ed-980b-4518-9625-9f4bd5597d54" providerId="ADAL" clId="{7DD72008-0443-57F3-836B-20EAE5BA555A}" dt="2026-07-16T13:22:28.376" v="4535" actId="1076"/>
          <ac:spMkLst>
            <pc:docMk/>
            <pc:sldMk cId="1251383547" sldId="282"/>
            <ac:spMk id="15" creationId="{C32A3C6B-EB6A-C111-139C-DC2B397FA8DC}"/>
          </ac:spMkLst>
        </pc:spChg>
        <pc:spChg chg="add mod">
          <ac:chgData name="Eugene Paik" userId="5e81c5ed-980b-4518-9625-9f4bd5597d54" providerId="ADAL" clId="{7DD72008-0443-57F3-836B-20EAE5BA555A}" dt="2026-07-16T13:24:02.953" v="4624" actId="1076"/>
          <ac:spMkLst>
            <pc:docMk/>
            <pc:sldMk cId="1251383547" sldId="282"/>
            <ac:spMk id="16" creationId="{134257BB-A43C-FF26-DDC7-FA6AA481ECF2}"/>
          </ac:spMkLst>
        </pc:spChg>
        <pc:spChg chg="add mod">
          <ac:chgData name="Eugene Paik" userId="5e81c5ed-980b-4518-9625-9f4bd5597d54" providerId="ADAL" clId="{7DD72008-0443-57F3-836B-20EAE5BA555A}" dt="2026-07-16T13:23:59.351" v="4623" actId="1076"/>
          <ac:spMkLst>
            <pc:docMk/>
            <pc:sldMk cId="1251383547" sldId="282"/>
            <ac:spMk id="17" creationId="{2D397920-26BE-D398-1D32-0E0E593799F1}"/>
          </ac:spMkLst>
        </pc:spChg>
        <pc:picChg chg="add mod">
          <ac:chgData name="Eugene Paik" userId="5e81c5ed-980b-4518-9625-9f4bd5597d54" providerId="ADAL" clId="{7DD72008-0443-57F3-836B-20EAE5BA555A}" dt="2026-07-16T13:19:29.562" v="4350" actId="1076"/>
          <ac:picMkLst>
            <pc:docMk/>
            <pc:sldMk cId="1251383547" sldId="282"/>
            <ac:picMk id="6" creationId="{C753F0BA-2D5F-FD0D-BEF9-BE47BA9DC764}"/>
          </ac:picMkLst>
        </pc:picChg>
        <pc:picChg chg="add mod">
          <ac:chgData name="Eugene Paik" userId="5e81c5ed-980b-4518-9625-9f4bd5597d54" providerId="ADAL" clId="{7DD72008-0443-57F3-836B-20EAE5BA555A}" dt="2026-07-16T13:21:01.556" v="4436" actId="14100"/>
          <ac:picMkLst>
            <pc:docMk/>
            <pc:sldMk cId="1251383547" sldId="282"/>
            <ac:picMk id="10" creationId="{87C06609-3B8C-486C-F649-0FD8A2DA04DC}"/>
          </ac:picMkLst>
        </pc:picChg>
        <pc:cxnChg chg="add mod">
          <ac:chgData name="Eugene Paik" userId="5e81c5ed-980b-4518-9625-9f4bd5597d54" providerId="ADAL" clId="{7DD72008-0443-57F3-836B-20EAE5BA555A}" dt="2026-07-16T13:24:10.673" v="4627" actId="14100"/>
          <ac:cxnSpMkLst>
            <pc:docMk/>
            <pc:sldMk cId="1251383547" sldId="282"/>
            <ac:cxnSpMk id="19" creationId="{E223A189-06EE-A85F-EE12-AD925DB21B25}"/>
          </ac:cxnSpMkLst>
        </pc:cxnChg>
        <pc:cxnChg chg="add mod">
          <ac:chgData name="Eugene Paik" userId="5e81c5ed-980b-4518-9625-9f4bd5597d54" providerId="ADAL" clId="{7DD72008-0443-57F3-836B-20EAE5BA555A}" dt="2026-07-16T13:23:31.058" v="4614" actId="14100"/>
          <ac:cxnSpMkLst>
            <pc:docMk/>
            <pc:sldMk cId="1251383547" sldId="282"/>
            <ac:cxnSpMk id="20" creationId="{8AA47E5F-AA39-E8AD-7691-80A47F70D93A}"/>
          </ac:cxnSpMkLst>
        </pc:cxnChg>
        <pc:cxnChg chg="add mod">
          <ac:chgData name="Eugene Paik" userId="5e81c5ed-980b-4518-9625-9f4bd5597d54" providerId="ADAL" clId="{7DD72008-0443-57F3-836B-20EAE5BA555A}" dt="2026-07-16T13:24:21.196" v="4632" actId="1038"/>
          <ac:cxnSpMkLst>
            <pc:docMk/>
            <pc:sldMk cId="1251383547" sldId="282"/>
            <ac:cxnSpMk id="22" creationId="{93F41721-95EF-5333-1ED8-D221BBC4F9D0}"/>
          </ac:cxnSpMkLst>
        </pc:cxnChg>
        <pc:cxnChg chg="add mod">
          <ac:chgData name="Eugene Paik" userId="5e81c5ed-980b-4518-9625-9f4bd5597d54" providerId="ADAL" clId="{7DD72008-0443-57F3-836B-20EAE5BA555A}" dt="2026-07-16T13:23:44.614" v="4618" actId="1076"/>
          <ac:cxnSpMkLst>
            <pc:docMk/>
            <pc:sldMk cId="1251383547" sldId="282"/>
            <ac:cxnSpMk id="23" creationId="{742C6718-1781-BA0D-F608-D0AAF6BA01C8}"/>
          </ac:cxnSpMkLst>
        </pc:cxnChg>
        <pc:cxnChg chg="add mod">
          <ac:chgData name="Eugene Paik" userId="5e81c5ed-980b-4518-9625-9f4bd5597d54" providerId="ADAL" clId="{7DD72008-0443-57F3-836B-20EAE5BA555A}" dt="2026-07-16T13:24:05.604" v="4625" actId="1076"/>
          <ac:cxnSpMkLst>
            <pc:docMk/>
            <pc:sldMk cId="1251383547" sldId="282"/>
            <ac:cxnSpMk id="24" creationId="{1A82EE86-1390-FF72-9AEB-622CCE07CCF5}"/>
          </ac:cxnSpMkLst>
        </pc:cxnChg>
        <pc:cxnChg chg="add mod">
          <ac:chgData name="Eugene Paik" userId="5e81c5ed-980b-4518-9625-9f4bd5597d54" providerId="ADAL" clId="{7DD72008-0443-57F3-836B-20EAE5BA555A}" dt="2026-07-16T13:24:07.791" v="4626" actId="1076"/>
          <ac:cxnSpMkLst>
            <pc:docMk/>
            <pc:sldMk cId="1251383547" sldId="282"/>
            <ac:cxnSpMk id="25" creationId="{79A028DB-6897-0177-DCD5-7A92CFACC2CE}"/>
          </ac:cxnSpMkLst>
        </pc:cxnChg>
      </pc:sldChg>
      <pc:sldChg chg="addSp delSp modSp add mod">
        <pc:chgData name="Eugene Paik" userId="5e81c5ed-980b-4518-9625-9f4bd5597d54" providerId="ADAL" clId="{7DD72008-0443-57F3-836B-20EAE5BA555A}" dt="2026-07-16T13:34:31.890" v="4897"/>
        <pc:sldMkLst>
          <pc:docMk/>
          <pc:sldMk cId="550239510" sldId="283"/>
        </pc:sldMkLst>
        <pc:spChg chg="mod">
          <ac:chgData name="Eugene Paik" userId="5e81c5ed-980b-4518-9625-9f4bd5597d54" providerId="ADAL" clId="{7DD72008-0443-57F3-836B-20EAE5BA555A}" dt="2026-07-16T13:29:40.900" v="4647" actId="20577"/>
          <ac:spMkLst>
            <pc:docMk/>
            <pc:sldMk cId="550239510" sldId="283"/>
            <ac:spMk id="2" creationId="{9994B7BA-17FA-C2EC-4E87-B0617205A10B}"/>
          </ac:spMkLst>
        </pc:spChg>
        <pc:spChg chg="mod">
          <ac:chgData name="Eugene Paik" userId="5e81c5ed-980b-4518-9625-9f4bd5597d54" providerId="ADAL" clId="{7DD72008-0443-57F3-836B-20EAE5BA555A}" dt="2026-07-16T13:30:46.474" v="4688" actId="14100"/>
          <ac:spMkLst>
            <pc:docMk/>
            <pc:sldMk cId="550239510" sldId="283"/>
            <ac:spMk id="7" creationId="{E568FC42-FF5E-B3C9-928A-AB3A0F0C0B1B}"/>
          </ac:spMkLst>
        </pc:spChg>
        <pc:spChg chg="mod">
          <ac:chgData name="Eugene Paik" userId="5e81c5ed-980b-4518-9625-9f4bd5597d54" providerId="ADAL" clId="{7DD72008-0443-57F3-836B-20EAE5BA555A}" dt="2026-07-16T13:29:57.659" v="4670" actId="313"/>
          <ac:spMkLst>
            <pc:docMk/>
            <pc:sldMk cId="550239510" sldId="283"/>
            <ac:spMk id="8" creationId="{7FABCB24-EB88-F526-B563-663D647A4261}"/>
          </ac:spMkLst>
        </pc:spChg>
        <pc:spChg chg="add mod">
          <ac:chgData name="Eugene Paik" userId="5e81c5ed-980b-4518-9625-9f4bd5597d54" providerId="ADAL" clId="{7DD72008-0443-57F3-836B-20EAE5BA555A}" dt="2026-07-16T13:31:26.713" v="4751" actId="20577"/>
          <ac:spMkLst>
            <pc:docMk/>
            <pc:sldMk cId="550239510" sldId="283"/>
            <ac:spMk id="9" creationId="{C5EEB25D-91B8-B7D4-A931-7FB2A39287DE}"/>
          </ac:spMkLst>
        </pc:spChg>
        <pc:spChg chg="add mod">
          <ac:chgData name="Eugene Paik" userId="5e81c5ed-980b-4518-9625-9f4bd5597d54" providerId="ADAL" clId="{7DD72008-0443-57F3-836B-20EAE5BA555A}" dt="2026-07-16T13:31:37.482" v="4753" actId="1076"/>
          <ac:spMkLst>
            <pc:docMk/>
            <pc:sldMk cId="550239510" sldId="283"/>
            <ac:spMk id="11" creationId="{70615FE5-8984-E9FB-B5BE-1CF3C7576BEA}"/>
          </ac:spMkLst>
        </pc:spChg>
        <pc:spChg chg="add mod">
          <ac:chgData name="Eugene Paik" userId="5e81c5ed-980b-4518-9625-9f4bd5597d54" providerId="ADAL" clId="{7DD72008-0443-57F3-836B-20EAE5BA555A}" dt="2026-07-16T13:34:31.890" v="4897"/>
          <ac:spMkLst>
            <pc:docMk/>
            <pc:sldMk cId="550239510" sldId="283"/>
            <ac:spMk id="18" creationId="{F27B2709-9758-0093-14DC-C5F13EE0BA7B}"/>
          </ac:spMkLst>
        </pc:spChg>
        <pc:picChg chg="add mod">
          <ac:chgData name="Eugene Paik" userId="5e81c5ed-980b-4518-9625-9f4bd5597d54" providerId="ADAL" clId="{7DD72008-0443-57F3-836B-20EAE5BA555A}" dt="2026-07-16T13:31:06.716" v="4692" actId="1076"/>
          <ac:picMkLst>
            <pc:docMk/>
            <pc:sldMk cId="550239510" sldId="283"/>
            <ac:picMk id="4" creationId="{338DC787-027D-610E-337E-F7A877C4E89F}"/>
          </ac:picMkLst>
        </pc:picChg>
        <pc:picChg chg="mod modCrop">
          <ac:chgData name="Eugene Paik" userId="5e81c5ed-980b-4518-9625-9f4bd5597d54" providerId="ADAL" clId="{7DD72008-0443-57F3-836B-20EAE5BA555A}" dt="2026-07-16T13:30:38.470" v="4685" actId="1076"/>
          <ac:picMkLst>
            <pc:docMk/>
            <pc:sldMk cId="550239510" sldId="283"/>
            <ac:picMk id="10" creationId="{1E248D1A-3148-5321-CDAD-BD084F49583A}"/>
          </ac:picMkLst>
        </pc:picChg>
      </pc:sldChg>
      <pc:sldChg chg="addSp delSp modSp add mod ord">
        <pc:chgData name="Eugene Paik" userId="5e81c5ed-980b-4518-9625-9f4bd5597d54" providerId="ADAL" clId="{7DD72008-0443-57F3-836B-20EAE5BA555A}" dt="2026-07-28T15:43:57.530" v="6092" actId="20578"/>
        <pc:sldMkLst>
          <pc:docMk/>
          <pc:sldMk cId="1047390743" sldId="284"/>
        </pc:sldMkLst>
        <pc:spChg chg="mod">
          <ac:chgData name="Eugene Paik" userId="5e81c5ed-980b-4518-9625-9f4bd5597d54" providerId="ADAL" clId="{7DD72008-0443-57F3-836B-20EAE5BA555A}" dt="2026-07-16T13:35:15.259" v="4980" actId="1076"/>
          <ac:spMkLst>
            <pc:docMk/>
            <pc:sldMk cId="1047390743" sldId="284"/>
            <ac:spMk id="7" creationId="{F2E7DA25-3CBA-BCE5-2C04-8F2185218F29}"/>
          </ac:spMkLst>
        </pc:spChg>
        <pc:spChg chg="mod">
          <ac:chgData name="Eugene Paik" userId="5e81c5ed-980b-4518-9625-9f4bd5597d54" providerId="ADAL" clId="{7DD72008-0443-57F3-836B-20EAE5BA555A}" dt="2026-07-16T13:35:10.542" v="4978" actId="14100"/>
          <ac:spMkLst>
            <pc:docMk/>
            <pc:sldMk cId="1047390743" sldId="284"/>
            <ac:spMk id="8" creationId="{5DE22F5E-6E86-3B25-FE50-C1F7282A237A}"/>
          </ac:spMkLst>
        </pc:spChg>
        <pc:spChg chg="mod">
          <ac:chgData name="Eugene Paik" userId="5e81c5ed-980b-4518-9625-9f4bd5597d54" providerId="ADAL" clId="{7DD72008-0443-57F3-836B-20EAE5BA555A}" dt="2026-07-16T13:35:25.548" v="5028" actId="20577"/>
          <ac:spMkLst>
            <pc:docMk/>
            <pc:sldMk cId="1047390743" sldId="284"/>
            <ac:spMk id="9" creationId="{6A86CE8C-1E17-8955-87E3-D301414F6C69}"/>
          </ac:spMkLst>
        </pc:spChg>
        <pc:spChg chg="mod">
          <ac:chgData name="Eugene Paik" userId="5e81c5ed-980b-4518-9625-9f4bd5597d54" providerId="ADAL" clId="{7DD72008-0443-57F3-836B-20EAE5BA555A}" dt="2026-07-16T13:35:58.272" v="5040" actId="1037"/>
          <ac:spMkLst>
            <pc:docMk/>
            <pc:sldMk cId="1047390743" sldId="284"/>
            <ac:spMk id="11" creationId="{9C290931-1444-D101-85B6-0E8B7D112AE3}"/>
          </ac:spMkLst>
        </pc:spChg>
        <pc:picChg chg="add mod">
          <ac:chgData name="Eugene Paik" userId="5e81c5ed-980b-4518-9625-9f4bd5597d54" providerId="ADAL" clId="{7DD72008-0443-57F3-836B-20EAE5BA555A}" dt="2026-07-16T13:35:13.105" v="4979" actId="14100"/>
          <ac:picMkLst>
            <pc:docMk/>
            <pc:sldMk cId="1047390743" sldId="284"/>
            <ac:picMk id="12" creationId="{1EBF2C3A-68BB-BDC2-30C4-C6EAF901AEC4}"/>
          </ac:picMkLst>
        </pc:picChg>
        <pc:picChg chg="add mod modCrop">
          <ac:chgData name="Eugene Paik" userId="5e81c5ed-980b-4518-9625-9f4bd5597d54" providerId="ADAL" clId="{7DD72008-0443-57F3-836B-20EAE5BA555A}" dt="2026-07-16T13:35:45.423" v="5034" actId="1076"/>
          <ac:picMkLst>
            <pc:docMk/>
            <pc:sldMk cId="1047390743" sldId="284"/>
            <ac:picMk id="13" creationId="{BD589B39-B0B9-9F97-9789-08F19B92E8D2}"/>
          </ac:picMkLst>
        </pc:picChg>
      </pc:sldChg>
      <pc:sldChg chg="addSp delSp modSp add mod ord">
        <pc:chgData name="Eugene Paik" userId="5e81c5ed-980b-4518-9625-9f4bd5597d54" providerId="ADAL" clId="{7DD72008-0443-57F3-836B-20EAE5BA555A}" dt="2026-07-28T18:01:29.514" v="8185" actId="20578"/>
        <pc:sldMkLst>
          <pc:docMk/>
          <pc:sldMk cId="1244922464" sldId="285"/>
        </pc:sldMkLst>
        <pc:spChg chg="mod">
          <ac:chgData name="Eugene Paik" userId="5e81c5ed-980b-4518-9625-9f4bd5597d54" providerId="ADAL" clId="{7DD72008-0443-57F3-836B-20EAE5BA555A}" dt="2026-07-28T15:49:56.986" v="6858" actId="20577"/>
          <ac:spMkLst>
            <pc:docMk/>
            <pc:sldMk cId="1244922464" sldId="285"/>
            <ac:spMk id="2" creationId="{A1CDB3E8-977C-80A4-3F7E-861F1E436159}"/>
          </ac:spMkLst>
        </pc:spChg>
        <pc:spChg chg="mod">
          <ac:chgData name="Eugene Paik" userId="5e81c5ed-980b-4518-9625-9f4bd5597d54" providerId="ADAL" clId="{7DD72008-0443-57F3-836B-20EAE5BA555A}" dt="2026-07-28T15:42:02.294" v="5859" actId="14100"/>
          <ac:spMkLst>
            <pc:docMk/>
            <pc:sldMk cId="1244922464" sldId="285"/>
            <ac:spMk id="4" creationId="{A5E4D838-099C-786E-07D8-3A9CCF80BB31}"/>
          </ac:spMkLst>
        </pc:spChg>
        <pc:spChg chg="mod">
          <ac:chgData name="Eugene Paik" userId="5e81c5ed-980b-4518-9625-9f4bd5597d54" providerId="ADAL" clId="{7DD72008-0443-57F3-836B-20EAE5BA555A}" dt="2026-07-28T15:45:16.839" v="6248" actId="20577"/>
          <ac:spMkLst>
            <pc:docMk/>
            <pc:sldMk cId="1244922464" sldId="285"/>
            <ac:spMk id="6" creationId="{4BB009FA-22D6-4C0E-6ABA-F3EDAB0784B1}"/>
          </ac:spMkLst>
        </pc:spChg>
        <pc:spChg chg="add del mod">
          <ac:chgData name="Eugene Paik" userId="5e81c5ed-980b-4518-9625-9f4bd5597d54" providerId="ADAL" clId="{7DD72008-0443-57F3-836B-20EAE5BA555A}" dt="2026-07-28T15:40:13.669" v="5609" actId="478"/>
          <ac:spMkLst>
            <pc:docMk/>
            <pc:sldMk cId="1244922464" sldId="285"/>
            <ac:spMk id="7" creationId="{919E17E6-F234-800F-53D5-3D9D1CCF7156}"/>
          </ac:spMkLst>
        </pc:spChg>
        <pc:spChg chg="del">
          <ac:chgData name="Eugene Paik" userId="5e81c5ed-980b-4518-9625-9f4bd5597d54" providerId="ADAL" clId="{7DD72008-0443-57F3-836B-20EAE5BA555A}" dt="2026-07-28T15:40:11.126" v="5607" actId="478"/>
          <ac:spMkLst>
            <pc:docMk/>
            <pc:sldMk cId="1244922464" sldId="285"/>
            <ac:spMk id="8" creationId="{1205D7C0-BE7D-4127-4DAD-9E5D921E9435}"/>
          </ac:spMkLst>
        </pc:spChg>
        <pc:spChg chg="add mod">
          <ac:chgData name="Eugene Paik" userId="5e81c5ed-980b-4518-9625-9f4bd5597d54" providerId="ADAL" clId="{7DD72008-0443-57F3-836B-20EAE5BA555A}" dt="2026-07-28T15:46:24.219" v="6473" actId="313"/>
          <ac:spMkLst>
            <pc:docMk/>
            <pc:sldMk cId="1244922464" sldId="285"/>
            <ac:spMk id="12" creationId="{05F516F6-04A2-FC9D-E956-4859F319657D}"/>
          </ac:spMkLst>
        </pc:spChg>
        <pc:picChg chg="del">
          <ac:chgData name="Eugene Paik" userId="5e81c5ed-980b-4518-9625-9f4bd5597d54" providerId="ADAL" clId="{7DD72008-0443-57F3-836B-20EAE5BA555A}" dt="2026-07-28T15:41:35.938" v="5853" actId="478"/>
          <ac:picMkLst>
            <pc:docMk/>
            <pc:sldMk cId="1244922464" sldId="285"/>
            <ac:picMk id="3" creationId="{D23DB95B-FBFA-F72E-E87A-38BFF96ECAB1}"/>
          </ac:picMkLst>
        </pc:picChg>
        <pc:picChg chg="add mod">
          <ac:chgData name="Eugene Paik" userId="5e81c5ed-980b-4518-9625-9f4bd5597d54" providerId="ADAL" clId="{7DD72008-0443-57F3-836B-20EAE5BA555A}" dt="2026-07-28T15:41:57.285" v="5857" actId="167"/>
          <ac:picMkLst>
            <pc:docMk/>
            <pc:sldMk cId="1244922464" sldId="285"/>
            <ac:picMk id="10" creationId="{9687CEAB-30D4-E56F-5ABC-568554913CCE}"/>
          </ac:picMkLst>
        </pc:picChg>
        <pc:picChg chg="del">
          <ac:chgData name="Eugene Paik" userId="5e81c5ed-980b-4518-9625-9f4bd5597d54" providerId="ADAL" clId="{7DD72008-0443-57F3-836B-20EAE5BA555A}" dt="2026-07-28T15:40:11.934" v="5608" actId="478"/>
          <ac:picMkLst>
            <pc:docMk/>
            <pc:sldMk cId="1244922464" sldId="285"/>
            <ac:picMk id="11" creationId="{08148D1E-56A9-D085-E6A2-F6C25B878C15}"/>
          </ac:picMkLst>
        </pc:picChg>
      </pc:sldChg>
      <pc:sldChg chg="delSp modSp add mod">
        <pc:chgData name="Eugene Paik" userId="5e81c5ed-980b-4518-9625-9f4bd5597d54" providerId="ADAL" clId="{7DD72008-0443-57F3-836B-20EAE5BA555A}" dt="2026-07-28T15:44:34.430" v="6131" actId="20577"/>
        <pc:sldMkLst>
          <pc:docMk/>
          <pc:sldMk cId="221384403" sldId="286"/>
        </pc:sldMkLst>
        <pc:spChg chg="mod">
          <ac:chgData name="Eugene Paik" userId="5e81c5ed-980b-4518-9625-9f4bd5597d54" providerId="ADAL" clId="{7DD72008-0443-57F3-836B-20EAE5BA555A}" dt="2026-07-28T15:44:34.430" v="6131" actId="20577"/>
          <ac:spMkLst>
            <pc:docMk/>
            <pc:sldMk cId="221384403" sldId="286"/>
            <ac:spMk id="2" creationId="{36AD9F21-4149-97EB-9819-B5E09B37A51E}"/>
          </ac:spMkLst>
        </pc:spChg>
        <pc:spChg chg="mod">
          <ac:chgData name="Eugene Paik" userId="5e81c5ed-980b-4518-9625-9f4bd5597d54" providerId="ADAL" clId="{7DD72008-0443-57F3-836B-20EAE5BA555A}" dt="2026-07-28T15:44:21.576" v="6097" actId="1076"/>
          <ac:spMkLst>
            <pc:docMk/>
            <pc:sldMk cId="221384403" sldId="286"/>
            <ac:spMk id="4" creationId="{570B1ACE-76F9-42F0-7C10-8ED86165AF43}"/>
          </ac:spMkLst>
        </pc:spChg>
        <pc:spChg chg="mod">
          <ac:chgData name="Eugene Paik" userId="5e81c5ed-980b-4518-9625-9f4bd5597d54" providerId="ADAL" clId="{7DD72008-0443-57F3-836B-20EAE5BA555A}" dt="2026-07-28T15:44:15.290" v="6094"/>
          <ac:spMkLst>
            <pc:docMk/>
            <pc:sldMk cId="221384403" sldId="286"/>
            <ac:spMk id="6" creationId="{62573F62-0289-7D27-765B-C21FA2F7BE73}"/>
          </ac:spMkLst>
        </pc:spChg>
        <pc:spChg chg="del mod">
          <ac:chgData name="Eugene Paik" userId="5e81c5ed-980b-4518-9625-9f4bd5597d54" providerId="ADAL" clId="{7DD72008-0443-57F3-836B-20EAE5BA555A}" dt="2026-07-28T15:44:25.730" v="6100" actId="478"/>
          <ac:spMkLst>
            <pc:docMk/>
            <pc:sldMk cId="221384403" sldId="286"/>
            <ac:spMk id="8" creationId="{9685740D-5D98-FA3E-4722-FA1D062A7B9E}"/>
          </ac:spMkLst>
        </pc:spChg>
        <pc:spChg chg="del">
          <ac:chgData name="Eugene Paik" userId="5e81c5ed-980b-4518-9625-9f4bd5597d54" providerId="ADAL" clId="{7DD72008-0443-57F3-836B-20EAE5BA555A}" dt="2026-07-28T15:44:27.395" v="6101" actId="478"/>
          <ac:spMkLst>
            <pc:docMk/>
            <pc:sldMk cId="221384403" sldId="286"/>
            <ac:spMk id="12" creationId="{FEEC42B7-58FC-6EC4-14D0-4A1150A332CA}"/>
          </ac:spMkLst>
        </pc:spChg>
        <pc:picChg chg="del">
          <ac:chgData name="Eugene Paik" userId="5e81c5ed-980b-4518-9625-9f4bd5597d54" providerId="ADAL" clId="{7DD72008-0443-57F3-836B-20EAE5BA555A}" dt="2026-07-28T15:44:22.879" v="6098" actId="478"/>
          <ac:picMkLst>
            <pc:docMk/>
            <pc:sldMk cId="221384403" sldId="286"/>
            <ac:picMk id="11" creationId="{5442564E-0048-CCAD-8B05-4394F166E4F1}"/>
          </ac:picMkLst>
        </pc:picChg>
      </pc:sldChg>
      <pc:sldChg chg="addSp delSp modSp add mod">
        <pc:chgData name="Eugene Paik" userId="5e81c5ed-980b-4518-9625-9f4bd5597d54" providerId="ADAL" clId="{7DD72008-0443-57F3-836B-20EAE5BA555A}" dt="2026-07-28T15:54:59.405" v="7277" actId="14100"/>
        <pc:sldMkLst>
          <pc:docMk/>
          <pc:sldMk cId="429951518" sldId="287"/>
        </pc:sldMkLst>
        <pc:spChg chg="mod">
          <ac:chgData name="Eugene Paik" userId="5e81c5ed-980b-4518-9625-9f4bd5597d54" providerId="ADAL" clId="{7DD72008-0443-57F3-836B-20EAE5BA555A}" dt="2026-07-28T15:53:00.865" v="7087" actId="20577"/>
          <ac:spMkLst>
            <pc:docMk/>
            <pc:sldMk cId="429951518" sldId="287"/>
            <ac:spMk id="2" creationId="{0EFB4CC7-C961-B081-6820-1F5644CD35CA}"/>
          </ac:spMkLst>
        </pc:spChg>
        <pc:spChg chg="mod">
          <ac:chgData name="Eugene Paik" userId="5e81c5ed-980b-4518-9625-9f4bd5597d54" providerId="ADAL" clId="{7DD72008-0443-57F3-836B-20EAE5BA555A}" dt="2026-07-28T15:53:40.749" v="7263" actId="20577"/>
          <ac:spMkLst>
            <pc:docMk/>
            <pc:sldMk cId="429951518" sldId="287"/>
            <ac:spMk id="3" creationId="{45D24655-8D99-C489-5DE4-238CC7E21BB6}"/>
          </ac:spMkLst>
        </pc:spChg>
        <pc:spChg chg="mod">
          <ac:chgData name="Eugene Paik" userId="5e81c5ed-980b-4518-9625-9f4bd5597d54" providerId="ADAL" clId="{7DD72008-0443-57F3-836B-20EAE5BA555A}" dt="2026-07-28T15:54:32.977" v="7272" actId="14100"/>
          <ac:spMkLst>
            <pc:docMk/>
            <pc:sldMk cId="429951518" sldId="287"/>
            <ac:spMk id="10" creationId="{E3BA046E-8C31-A410-E8C5-BE928979884D}"/>
          </ac:spMkLst>
        </pc:spChg>
        <pc:picChg chg="add mod">
          <ac:chgData name="Eugene Paik" userId="5e81c5ed-980b-4518-9625-9f4bd5597d54" providerId="ADAL" clId="{7DD72008-0443-57F3-836B-20EAE5BA555A}" dt="2026-07-28T15:54:24.421" v="7270" actId="1076"/>
          <ac:picMkLst>
            <pc:docMk/>
            <pc:sldMk cId="429951518" sldId="287"/>
            <ac:picMk id="6" creationId="{F1A9B24E-D500-C167-C83C-47CA3093D9A5}"/>
          </ac:picMkLst>
        </pc:picChg>
        <pc:picChg chg="add mod">
          <ac:chgData name="Eugene Paik" userId="5e81c5ed-980b-4518-9625-9f4bd5597d54" providerId="ADAL" clId="{7DD72008-0443-57F3-836B-20EAE5BA555A}" dt="2026-07-28T15:54:59.405" v="7277" actId="14100"/>
          <ac:picMkLst>
            <pc:docMk/>
            <pc:sldMk cId="429951518" sldId="287"/>
            <ac:picMk id="8" creationId="{26E3A872-67BD-881E-FC31-705BA2D2E805}"/>
          </ac:picMkLst>
        </pc:picChg>
        <pc:picChg chg="del">
          <ac:chgData name="Eugene Paik" userId="5e81c5ed-980b-4518-9625-9f4bd5597d54" providerId="ADAL" clId="{7DD72008-0443-57F3-836B-20EAE5BA555A}" dt="2026-07-28T15:53:42.599" v="7264" actId="478"/>
          <ac:picMkLst>
            <pc:docMk/>
            <pc:sldMk cId="429951518" sldId="287"/>
            <ac:picMk id="9" creationId="{57FF5159-8DFC-12E3-5D82-1053FE044DED}"/>
          </ac:picMkLst>
        </pc:picChg>
      </pc:sldChg>
    </pc:docChg>
  </pc:docChgLst>
</pc:chgInfo>
</file>

<file path=ppt/comments/modernComment_10A_B0D23FCC.xml><?xml version="1.0" encoding="utf-8"?>
<p188:cmLst xmlns:a="http://schemas.openxmlformats.org/drawingml/2006/main" xmlns:r="http://schemas.openxmlformats.org/officeDocument/2006/relationships" xmlns:p188="http://schemas.microsoft.com/office/powerpoint/2018/8/main">
  <p188:cm id="{D1387081-A459-4C51-8FEC-E704402265AC}" authorId="{67AB252B-96D9-B471-701C-66957310A50E}" status="resolved" created="2025-06-30T18:24:15.181" complete="100000">
    <ac:deMkLst xmlns:ac="http://schemas.microsoft.com/office/drawing/2013/main/command">
      <pc:docMk xmlns:pc="http://schemas.microsoft.com/office/powerpoint/2013/main/command"/>
      <pc:sldMk xmlns:pc="http://schemas.microsoft.com/office/powerpoint/2013/main/command" cId="2966568908" sldId="266"/>
      <ac:spMk id="2" creationId="{DBB08FD1-E4CE-A18E-E81D-B220F6A33678}"/>
    </ac:deMkLst>
    <p188:txBody>
      <a:bodyPr/>
      <a:lstStyle/>
      <a:p>
        <a:r>
          <a:rPr lang="en-US"/>
          <a:t>Add a section about cancelling appointments?</a:t>
        </a:r>
      </a:p>
    </p188:txBody>
    <p188:extLst>
      <p:ext xmlns:p="http://schemas.openxmlformats.org/presentationml/2006/main" uri="{57CB4572-C831-44C2-8A1C-0ADB6CCDFE69}">
        <p223:reactions xmlns:p223="http://schemas.microsoft.com/office/powerpoint/2022/03/main">
          <p223:rxn type="👍">
            <p223:instance time="2025-06-30T20:02:59.834" authorId="{9ED06479-A526-5733-CC83-B4380A9132EC}"/>
          </p223:rxn>
        </p223:reactions>
      </p:ext>
    </p188:extLst>
  </p188:cm>
</p188:cmLst>
</file>

<file path=ppt/comments/modernComment_10B_466E3DB9.xml><?xml version="1.0" encoding="utf-8"?>
<p188:cmLst xmlns:a="http://schemas.openxmlformats.org/drawingml/2006/main" xmlns:r="http://schemas.openxmlformats.org/officeDocument/2006/relationships" xmlns:p188="http://schemas.microsoft.com/office/powerpoint/2018/8/main">
  <p188:cm id="{FA639DFA-4E36-45EB-AFBD-3853ED00922A}" authorId="{67AB252B-96D9-B471-701C-66957310A50E}" status="resolved" created="2025-06-30T18:23:41.397" complete="100000">
    <ac:deMkLst xmlns:ac="http://schemas.microsoft.com/office/drawing/2013/main/command">
      <pc:docMk xmlns:pc="http://schemas.microsoft.com/office/powerpoint/2013/main/command"/>
      <pc:sldMk xmlns:pc="http://schemas.microsoft.com/office/powerpoint/2013/main/command" cId="1181629881" sldId="267"/>
      <ac:spMk id="2" creationId="{C7BD95C4-89DA-F15C-0E1D-1BE3B6885B6D}"/>
    </ac:deMkLst>
    <p188:txBody>
      <a:bodyPr/>
      <a:lstStyle/>
      <a:p>
        <a:r>
          <a:rPr lang="en-US"/>
          <a:t>Can we add a disclaimer that they must follow their project’s data privacy guidelines for storing patient medical data on computers</a:t>
        </a:r>
      </a:p>
    </p188:txBody>
    <p188:extLst>
      <p:ext xmlns:p="http://schemas.openxmlformats.org/presentationml/2006/main" uri="{57CB4572-C831-44C2-8A1C-0ADB6CCDFE69}">
        <p223:reactions xmlns:p223="http://schemas.microsoft.com/office/powerpoint/2022/03/main">
          <p223:rxn type="👍">
            <p223:instance time="2025-06-30T20:02:49.319" authorId="{9ED06479-A526-5733-CC83-B4380A9132EC}"/>
          </p223:rxn>
        </p223:reactions>
      </p:ext>
    </p188:extLst>
  </p188:cm>
</p188:cmLst>
</file>

<file path=ppt/comments/modernComment_11F_19A08A1E.xml><?xml version="1.0" encoding="utf-8"?>
<p188:cmLst xmlns:a="http://schemas.openxmlformats.org/drawingml/2006/main" xmlns:r="http://schemas.openxmlformats.org/officeDocument/2006/relationships" xmlns:p188="http://schemas.microsoft.com/office/powerpoint/2018/8/main">
  <p188:cm id="{0E9143DF-8311-F542-BFA1-3BF329DCB1D3}" authorId="{67AB252B-96D9-B471-701C-66957310A50E}" status="resolved" created="2025-06-30T18:23:41.397">
    <ac:deMkLst xmlns:ac="http://schemas.microsoft.com/office/drawing/2013/main/command">
      <pc:docMk xmlns:pc="http://schemas.microsoft.com/office/powerpoint/2013/main/command"/>
      <pc:sldMk xmlns:pc="http://schemas.microsoft.com/office/powerpoint/2013/main/command" cId="429951518" sldId="287"/>
      <ac:spMk id="2" creationId="{0EFB4CC7-C961-B081-6820-1F5644CD35CA}"/>
    </ac:deMkLst>
    <p188:txBody>
      <a:bodyPr/>
      <a:lstStyle/>
      <a:p>
        <a:r>
          <a:rPr lang="en-US"/>
          <a:t>Can we add a disclaimer that they must follow their project’s data privacy guidelines for storing patient medical data on computers</a:t>
        </a:r>
      </a:p>
    </p188:txBody>
    <p188:extLst>
      <p:ext xmlns:p="http://schemas.openxmlformats.org/presentationml/2006/main" uri="{57CB4572-C831-44C2-8A1C-0ADB6CCDFE69}">
        <p223:reactions xmlns:p223="http://schemas.microsoft.com/office/powerpoint/2022/03/main">
          <p223:rxn type="👍">
            <p223:instance time="2025-06-30T20:02:49.319" authorId="{9ED06479-A526-5733-CC83-B4380A9132EC}"/>
          </p223:rxn>
        </p223:reactions>
      </p:ext>
    </p188:extLst>
  </p188:cm>
</p188:cmLst>
</file>

<file path=ppt/comments/modernComment_100_77F2A453.xml><?xml version="1.0" encoding="utf-8"?>
<p188:cmLst xmlns:a="http://schemas.openxmlformats.org/drawingml/2006/main" xmlns:r="http://schemas.openxmlformats.org/officeDocument/2006/relationships" xmlns:p188="http://schemas.microsoft.com/office/powerpoint/2018/8/main">
  <p188:cm id="{8D0684BE-2B81-40BF-BDD2-1C113781B842}" authorId="{67AB252B-96D9-B471-701C-66957310A50E}" status="resolved" created="2025-06-30T18:27:03.017" complete="100000">
    <pc:sldMkLst xmlns:pc="http://schemas.microsoft.com/office/powerpoint/2013/main/command">
      <pc:docMk/>
      <pc:sldMk cId="2012390483" sldId="256"/>
    </pc:sldMkLst>
    <p188:txBody>
      <a:bodyPr/>
      <a:lstStyle/>
      <a:p>
        <a:r>
          <a:rPr lang="en-US"/>
          <a:t>General comments: 
1. Can you add a table of contents as the first slide that links to the relevant section
2. The font size needs to be increased</a:t>
        </a:r>
      </a:p>
    </p188:txBody>
    <p188:extLst>
      <p:ext xmlns:p="http://schemas.openxmlformats.org/presentationml/2006/main" uri="{57CB4572-C831-44C2-8A1C-0ADB6CCDFE69}">
        <p223:reactions xmlns:p223="http://schemas.microsoft.com/office/powerpoint/2022/03/main">
          <p223:rxn type="👍">
            <p223:instance time="2025-06-30T19:18:34.817" authorId="{9ED06479-A526-5733-CC83-B4380A9132EC}"/>
          </p223:rxn>
        </p223:reactions>
      </p:ext>
    </p188:extLst>
  </p188:cm>
</p188:cmLst>
</file>

<file path=ppt/comments/modernComment_107_A30CE34.xml><?xml version="1.0" encoding="utf-8"?>
<p188:cmLst xmlns:a="http://schemas.openxmlformats.org/drawingml/2006/main" xmlns:r="http://schemas.openxmlformats.org/officeDocument/2006/relationships" xmlns:p188="http://schemas.microsoft.com/office/powerpoint/2018/8/main">
  <p188:cm id="{E1E9BC83-1DCD-4D34-80A3-125AB948F782}" authorId="{67AB252B-96D9-B471-701C-66957310A50E}" status="resolved" created="2025-06-30T18:08:45.223" complete="100000">
    <ac:deMkLst xmlns:ac="http://schemas.microsoft.com/office/drawing/2013/main/command">
      <pc:docMk xmlns:pc="http://schemas.microsoft.com/office/powerpoint/2013/main/command"/>
      <pc:sldMk xmlns:pc="http://schemas.microsoft.com/office/powerpoint/2013/main/command" cId="170970676" sldId="263"/>
      <ac:spMk id="2" creationId="{E1B44B39-3225-CD62-ADF7-47DAF81F0BA2}"/>
    </ac:deMkLst>
    <p188:txBody>
      <a:bodyPr/>
      <a:lstStyle/>
      <a:p>
        <a:r>
          <a:rPr lang="en-US"/>
          <a:t>It would be good to have a slide before these 3 explaining what the different kinds of appointments &amp; links are</a:t>
        </a:r>
      </a:p>
    </p188:txBody>
    <p188:extLst>
      <p:ext xmlns:p="http://schemas.openxmlformats.org/presentationml/2006/main" uri="{57CB4572-C831-44C2-8A1C-0ADB6CCDFE69}">
        <p223:reactions xmlns:p223="http://schemas.microsoft.com/office/powerpoint/2022/03/main">
          <p223:rxn type="👍">
            <p223:instance time="2025-06-30T18:17:39.106" authorId="{9ED06479-A526-5733-CC83-B4380A9132EC}"/>
          </p223:rxn>
        </p223:reactions>
      </p:ext>
    </p188:extLst>
  </p188:cm>
</p188:cmLst>
</file>

<file path=ppt/comments/modernComment_108_DE70323E.xml><?xml version="1.0" encoding="utf-8"?>
<p188:cmLst xmlns:a="http://schemas.openxmlformats.org/drawingml/2006/main" xmlns:r="http://schemas.openxmlformats.org/officeDocument/2006/relationships" xmlns:p188="http://schemas.microsoft.com/office/powerpoint/2018/8/main">
  <p188:cm id="{E3136D66-2A35-467A-80DA-CD212F41DE08}" authorId="{67AB252B-96D9-B471-701C-66957310A50E}" status="resolved" created="2025-06-30T18:24:51.392" complete="100000">
    <ac:deMkLst xmlns:ac="http://schemas.microsoft.com/office/drawing/2013/main/command">
      <pc:docMk xmlns:pc="http://schemas.microsoft.com/office/powerpoint/2013/main/command"/>
      <pc:sldMk xmlns:pc="http://schemas.microsoft.com/office/powerpoint/2013/main/command" cId="3731894846" sldId="264"/>
      <ac:spMk id="8" creationId="{CCA3F818-A6F8-4B8A-76F0-D81CC1244C9F}"/>
    </ac:deMkLst>
    <p188:txBody>
      <a:bodyPr/>
      <a:lstStyle/>
      <a:p>
        <a:r>
          <a:rPr lang="en-US"/>
          <a:t>Specify where you can find your name on the screen (top right corner)</a:t>
        </a:r>
      </a:p>
    </p188:txBody>
  </p188:cm>
</p188:cmLst>
</file>

<file path=ppt/comments/modernComment_111_F5D6D349.xml><?xml version="1.0" encoding="utf-8"?>
<p188:cmLst xmlns:a="http://schemas.openxmlformats.org/drawingml/2006/main" xmlns:r="http://schemas.openxmlformats.org/officeDocument/2006/relationships" xmlns:p188="http://schemas.microsoft.com/office/powerpoint/2018/8/main">
  <p188:cm id="{F4835676-BC71-477F-903C-2AE7BF72EC50}" authorId="{67AB252B-96D9-B471-701C-66957310A50E}" status="resolved" created="2025-06-30T18:28:35.831" complete="100000">
    <ac:txMkLst xmlns:ac="http://schemas.microsoft.com/office/drawing/2013/main/command">
      <pc:docMk xmlns:pc="http://schemas.microsoft.com/office/powerpoint/2013/main/command"/>
      <pc:sldMk xmlns:pc="http://schemas.microsoft.com/office/powerpoint/2013/main/command" cId="4124496713" sldId="273"/>
      <ac:spMk id="3" creationId="{A37C1058-7267-F9CB-B3B9-13797C3BCF83}"/>
      <ac:txMk cp="0">
        <ac:context len="1" hash="13"/>
      </ac:txMk>
    </ac:txMkLst>
    <p188:replyLst>
      <p188:reply id="{68643F16-6EA7-4A48-BDEA-1E600FAFC428}" authorId="{9ED06479-A526-5733-CC83-B4380A9132EC}" created="2025-06-30T19:45:08.788">
        <p188:txBody>
          <a:bodyPr/>
          <a:lstStyle/>
          <a:p>
            <a:r>
              <a:rPr lang="en-US"/>
              <a:t>Sort of, they can edit the invite and change it to a link.  I can add a slide about editing/resending invites</a:t>
            </a:r>
          </a:p>
        </p188:txBody>
      </p188:reply>
    </p188:replyLst>
    <p188:txBody>
      <a:bodyPr/>
      <a:lstStyle/>
      <a:p>
        <a:r>
          <a:rPr lang="en-US"/>
          <a:t>When the appointment is sent by email, they still have the option to copy the link afterwards as well right? If so, can that be mentioned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97D4C-9489-944B-936F-4851520835E7}" type="datetimeFigureOut">
              <a:rPr lang="en-US" smtClean="0"/>
              <a:t>7/15/26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B9D5E8-420E-1143-A919-3211D45E54A0}" type="slidenum">
              <a:rPr lang="en-US" smtClean="0"/>
              <a:t>‹#›</a:t>
            </a:fld>
            <a:endParaRPr lang="en-US"/>
          </a:p>
        </p:txBody>
      </p:sp>
    </p:spTree>
    <p:extLst>
      <p:ext uri="{BB962C8B-B14F-4D97-AF65-F5344CB8AC3E}">
        <p14:creationId xmlns:p14="http://schemas.microsoft.com/office/powerpoint/2010/main" val="254326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B9D5E8-420E-1143-A919-3211D45E54A0}" type="slidenum">
              <a:rPr lang="en-US" smtClean="0"/>
              <a:t>10</a:t>
            </a:fld>
            <a:endParaRPr lang="en-US"/>
          </a:p>
        </p:txBody>
      </p:sp>
    </p:spTree>
    <p:extLst>
      <p:ext uri="{BB962C8B-B14F-4D97-AF65-F5344CB8AC3E}">
        <p14:creationId xmlns:p14="http://schemas.microsoft.com/office/powerpoint/2010/main" val="626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35BB7-DE20-C9DA-748A-4643C7A9D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1BCB4-961E-CF96-3374-69E199797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411D5-8E8A-1E15-B8B9-923A287E78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0A83E5-7AC4-467D-9CD0-7EE3BB26C409}"/>
              </a:ext>
            </a:extLst>
          </p:cNvPr>
          <p:cNvSpPr>
            <a:spLocks noGrp="1"/>
          </p:cNvSpPr>
          <p:nvPr>
            <p:ph type="sldNum" sz="quarter" idx="5"/>
          </p:nvPr>
        </p:nvSpPr>
        <p:spPr/>
        <p:txBody>
          <a:bodyPr/>
          <a:lstStyle/>
          <a:p>
            <a:fld id="{5DB9D5E8-420E-1143-A919-3211D45E54A0}" type="slidenum">
              <a:rPr lang="en-US" smtClean="0"/>
              <a:t>11</a:t>
            </a:fld>
            <a:endParaRPr lang="en-US"/>
          </a:p>
        </p:txBody>
      </p:sp>
    </p:spTree>
    <p:extLst>
      <p:ext uri="{BB962C8B-B14F-4D97-AF65-F5344CB8AC3E}">
        <p14:creationId xmlns:p14="http://schemas.microsoft.com/office/powerpoint/2010/main" val="3818458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8A2-D153-C413-FB73-E83B253EFD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734A0-DEE3-02F6-3B62-ECE25D0C34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FE2D23-1F05-049F-8623-B6AFAC022123}"/>
              </a:ext>
            </a:extLst>
          </p:cNvPr>
          <p:cNvSpPr>
            <a:spLocks noGrp="1"/>
          </p:cNvSpPr>
          <p:nvPr>
            <p:ph type="dt" sz="half" idx="10"/>
          </p:nvPr>
        </p:nvSpPr>
        <p:spPr/>
        <p:txBody>
          <a:bodyPr/>
          <a:lstStyle/>
          <a:p>
            <a:fld id="{5076DD5F-EAD5-7A42-B823-4B8B36A12347}" type="datetime1">
              <a:rPr lang="en-US" smtClean="0"/>
              <a:t>7/15/26</a:t>
            </a:fld>
            <a:endParaRPr lang="en-US"/>
          </a:p>
        </p:txBody>
      </p:sp>
      <p:sp>
        <p:nvSpPr>
          <p:cNvPr id="5" name="Footer Placeholder 4">
            <a:extLst>
              <a:ext uri="{FF2B5EF4-FFF2-40B4-BE49-F238E27FC236}">
                <a16:creationId xmlns:a16="http://schemas.microsoft.com/office/drawing/2014/main" id="{17D3D775-B898-D5A9-6C24-B53A3B4C9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E0DB6-CABE-FBA7-3CED-9EA9588FC06B}"/>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461350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38A96-BB26-9D87-8008-E97A7B6EAA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C631D4-A388-BDCB-530C-66BA79EB72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E03D0D-7893-3E70-F1D6-84B2F46C1BA1}"/>
              </a:ext>
            </a:extLst>
          </p:cNvPr>
          <p:cNvSpPr>
            <a:spLocks noGrp="1"/>
          </p:cNvSpPr>
          <p:nvPr>
            <p:ph type="dt" sz="half" idx="10"/>
          </p:nvPr>
        </p:nvSpPr>
        <p:spPr/>
        <p:txBody>
          <a:bodyPr/>
          <a:lstStyle/>
          <a:p>
            <a:fld id="{B8AE0FB1-8A89-184A-A8AE-F8B470B28B30}" type="datetime1">
              <a:rPr lang="en-US" smtClean="0"/>
              <a:t>7/15/26</a:t>
            </a:fld>
            <a:endParaRPr lang="en-US"/>
          </a:p>
        </p:txBody>
      </p:sp>
      <p:sp>
        <p:nvSpPr>
          <p:cNvPr id="5" name="Footer Placeholder 4">
            <a:extLst>
              <a:ext uri="{FF2B5EF4-FFF2-40B4-BE49-F238E27FC236}">
                <a16:creationId xmlns:a16="http://schemas.microsoft.com/office/drawing/2014/main" id="{FA9B5DA2-9BF0-181C-58BF-57A1B545EC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1155E-3279-4311-9B5C-68A3D87BFD4D}"/>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302533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941D-F5C7-4974-6A0A-E8B424597F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EEDADB-117A-7AAA-83D3-BB188BC806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BED297-BC99-BB4A-075C-A87795A3F76F}"/>
              </a:ext>
            </a:extLst>
          </p:cNvPr>
          <p:cNvSpPr>
            <a:spLocks noGrp="1"/>
          </p:cNvSpPr>
          <p:nvPr>
            <p:ph type="dt" sz="half" idx="10"/>
          </p:nvPr>
        </p:nvSpPr>
        <p:spPr/>
        <p:txBody>
          <a:bodyPr/>
          <a:lstStyle/>
          <a:p>
            <a:fld id="{86CC611D-424E-004A-89EF-A0E395A33506}" type="datetime1">
              <a:rPr lang="en-US" smtClean="0"/>
              <a:t>7/15/26</a:t>
            </a:fld>
            <a:endParaRPr lang="en-US"/>
          </a:p>
        </p:txBody>
      </p:sp>
      <p:sp>
        <p:nvSpPr>
          <p:cNvPr id="5" name="Footer Placeholder 4">
            <a:extLst>
              <a:ext uri="{FF2B5EF4-FFF2-40B4-BE49-F238E27FC236}">
                <a16:creationId xmlns:a16="http://schemas.microsoft.com/office/drawing/2014/main" id="{89018ECE-395A-345E-F45C-E99D6F9DE8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3A453F-1303-5838-7C27-0D3EC401EFC3}"/>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1667225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7A01-9CDB-52B1-69DC-4051B044A4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795FBC-44FA-C989-8E85-5D9E29A92B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DE7344-72B5-8A29-6985-B9F77A6842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C71AF1-21E7-521A-8586-DA81458015F2}"/>
              </a:ext>
            </a:extLst>
          </p:cNvPr>
          <p:cNvSpPr>
            <a:spLocks noGrp="1"/>
          </p:cNvSpPr>
          <p:nvPr>
            <p:ph type="dt" sz="half" idx="10"/>
          </p:nvPr>
        </p:nvSpPr>
        <p:spPr/>
        <p:txBody>
          <a:bodyPr/>
          <a:lstStyle/>
          <a:p>
            <a:fld id="{4FB92930-5302-214A-8F27-673074538070}" type="datetime1">
              <a:rPr lang="en-US" smtClean="0"/>
              <a:t>7/15/26</a:t>
            </a:fld>
            <a:endParaRPr lang="en-US"/>
          </a:p>
        </p:txBody>
      </p:sp>
      <p:sp>
        <p:nvSpPr>
          <p:cNvPr id="6" name="Footer Placeholder 5">
            <a:extLst>
              <a:ext uri="{FF2B5EF4-FFF2-40B4-BE49-F238E27FC236}">
                <a16:creationId xmlns:a16="http://schemas.microsoft.com/office/drawing/2014/main" id="{802A19A4-4313-E6AB-5CEE-9B49C06A3B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82FA8F-58BF-F276-B092-658BA2FE30E3}"/>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2638103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465D-523A-ACDA-88AA-D44E50BC7D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22EF2C-3F20-DFAE-D9CB-A5261640B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DD24BC-8788-4688-5EA1-64273AB603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CE92F3-223F-A534-E335-324F41AB07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722C5D-9F18-BFF4-9588-3039FD2AE9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95297-54F0-DA04-EECA-235A403FF9B9}"/>
              </a:ext>
            </a:extLst>
          </p:cNvPr>
          <p:cNvSpPr>
            <a:spLocks noGrp="1"/>
          </p:cNvSpPr>
          <p:nvPr>
            <p:ph type="dt" sz="half" idx="10"/>
          </p:nvPr>
        </p:nvSpPr>
        <p:spPr/>
        <p:txBody>
          <a:bodyPr/>
          <a:lstStyle/>
          <a:p>
            <a:fld id="{5DD0633D-1C0D-B14D-A481-26AF8EE6E39B}" type="datetime1">
              <a:rPr lang="en-US" smtClean="0"/>
              <a:t>7/15/26</a:t>
            </a:fld>
            <a:endParaRPr lang="en-US"/>
          </a:p>
        </p:txBody>
      </p:sp>
      <p:sp>
        <p:nvSpPr>
          <p:cNvPr id="8" name="Footer Placeholder 7">
            <a:extLst>
              <a:ext uri="{FF2B5EF4-FFF2-40B4-BE49-F238E27FC236}">
                <a16:creationId xmlns:a16="http://schemas.microsoft.com/office/drawing/2014/main" id="{48507FA6-0EB5-2EC4-B5A2-B876C06EFF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2AA7D3-17AD-8C6D-CC05-43EAE095B9DC}"/>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1691636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A00C-8556-D8AA-E8B8-188F89CEBE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1366A5-123B-4419-8F63-A5CDA2D0970F}"/>
              </a:ext>
            </a:extLst>
          </p:cNvPr>
          <p:cNvSpPr>
            <a:spLocks noGrp="1"/>
          </p:cNvSpPr>
          <p:nvPr>
            <p:ph type="dt" sz="half" idx="10"/>
          </p:nvPr>
        </p:nvSpPr>
        <p:spPr/>
        <p:txBody>
          <a:bodyPr/>
          <a:lstStyle/>
          <a:p>
            <a:fld id="{E873EEA2-40CE-6E49-A1A1-DCF722F3CCDA}" type="datetime1">
              <a:rPr lang="en-US" smtClean="0"/>
              <a:t>7/15/26</a:t>
            </a:fld>
            <a:endParaRPr lang="en-US"/>
          </a:p>
        </p:txBody>
      </p:sp>
      <p:sp>
        <p:nvSpPr>
          <p:cNvPr id="4" name="Footer Placeholder 3">
            <a:extLst>
              <a:ext uri="{FF2B5EF4-FFF2-40B4-BE49-F238E27FC236}">
                <a16:creationId xmlns:a16="http://schemas.microsoft.com/office/drawing/2014/main" id="{7417352E-B20A-B5A4-DA8A-89D7D90833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8C6C33-F643-BE5B-4F14-3595F78437FC}"/>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3031626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12FE8-31D4-5F9C-6CBC-E210098E2A49}"/>
              </a:ext>
            </a:extLst>
          </p:cNvPr>
          <p:cNvSpPr>
            <a:spLocks noGrp="1"/>
          </p:cNvSpPr>
          <p:nvPr>
            <p:ph type="dt" sz="half" idx="10"/>
          </p:nvPr>
        </p:nvSpPr>
        <p:spPr/>
        <p:txBody>
          <a:bodyPr/>
          <a:lstStyle/>
          <a:p>
            <a:fld id="{B9EB293F-18FA-DA4D-9C78-4FD019E2FBD2}" type="datetime1">
              <a:rPr lang="en-US" smtClean="0"/>
              <a:t>7/15/26</a:t>
            </a:fld>
            <a:endParaRPr lang="en-US"/>
          </a:p>
        </p:txBody>
      </p:sp>
      <p:sp>
        <p:nvSpPr>
          <p:cNvPr id="3" name="Footer Placeholder 2">
            <a:extLst>
              <a:ext uri="{FF2B5EF4-FFF2-40B4-BE49-F238E27FC236}">
                <a16:creationId xmlns:a16="http://schemas.microsoft.com/office/drawing/2014/main" id="{C460091E-4834-8462-DE73-8E56ACDB3A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24ABB0-FE10-9B1C-ADC2-58E724714711}"/>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2083815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774CD-1449-ED27-0FFA-2E56B108F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242E66-D7AC-9E33-6600-CE8F559BA8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FB404F-9695-C201-8E8C-93EE95B2F8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F2658C-705F-C09C-6DA6-BE9B303CAB2F}"/>
              </a:ext>
            </a:extLst>
          </p:cNvPr>
          <p:cNvSpPr>
            <a:spLocks noGrp="1"/>
          </p:cNvSpPr>
          <p:nvPr>
            <p:ph type="dt" sz="half" idx="10"/>
          </p:nvPr>
        </p:nvSpPr>
        <p:spPr/>
        <p:txBody>
          <a:bodyPr/>
          <a:lstStyle/>
          <a:p>
            <a:fld id="{C2E78945-A713-6C46-B5A4-354FBDFCAC43}" type="datetime1">
              <a:rPr lang="en-US" smtClean="0"/>
              <a:t>7/15/26</a:t>
            </a:fld>
            <a:endParaRPr lang="en-US"/>
          </a:p>
        </p:txBody>
      </p:sp>
      <p:sp>
        <p:nvSpPr>
          <p:cNvPr id="6" name="Footer Placeholder 5">
            <a:extLst>
              <a:ext uri="{FF2B5EF4-FFF2-40B4-BE49-F238E27FC236}">
                <a16:creationId xmlns:a16="http://schemas.microsoft.com/office/drawing/2014/main" id="{E7994F0D-61C5-9180-EA27-2B03843CF9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E2B605-1C06-9C43-68E4-7D36D801995C}"/>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222147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4B33-D3A5-3A37-F556-7BFF420BD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2F3D24-8ED5-0BC5-C988-70B4711E8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A3721B-8FFC-558A-8C29-7C98621D48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782E3-DC45-AA02-10D1-CC6BBEE3478E}"/>
              </a:ext>
            </a:extLst>
          </p:cNvPr>
          <p:cNvSpPr>
            <a:spLocks noGrp="1"/>
          </p:cNvSpPr>
          <p:nvPr>
            <p:ph type="dt" sz="half" idx="10"/>
          </p:nvPr>
        </p:nvSpPr>
        <p:spPr/>
        <p:txBody>
          <a:bodyPr/>
          <a:lstStyle/>
          <a:p>
            <a:fld id="{4033464D-1E8A-3442-A131-901D80143483}" type="datetime1">
              <a:rPr lang="en-US" smtClean="0"/>
              <a:t>7/15/26</a:t>
            </a:fld>
            <a:endParaRPr lang="en-US"/>
          </a:p>
        </p:txBody>
      </p:sp>
      <p:sp>
        <p:nvSpPr>
          <p:cNvPr id="6" name="Footer Placeholder 5">
            <a:extLst>
              <a:ext uri="{FF2B5EF4-FFF2-40B4-BE49-F238E27FC236}">
                <a16:creationId xmlns:a16="http://schemas.microsoft.com/office/drawing/2014/main" id="{522B8C17-DDDB-BE17-99EC-C9F8B501FE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D6B0C-11FF-A282-1669-2988604838CC}"/>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1660026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B77AC-CEE1-B996-984F-87317A905C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54062A-EA65-99D5-A993-2CC5BF6BB3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3B9A3-B73B-0903-D5D1-E84E890CCF7A}"/>
              </a:ext>
            </a:extLst>
          </p:cNvPr>
          <p:cNvSpPr>
            <a:spLocks noGrp="1"/>
          </p:cNvSpPr>
          <p:nvPr>
            <p:ph type="dt" sz="half" idx="10"/>
          </p:nvPr>
        </p:nvSpPr>
        <p:spPr/>
        <p:txBody>
          <a:bodyPr/>
          <a:lstStyle/>
          <a:p>
            <a:fld id="{A3888A5B-83D3-0245-A787-4134E84415F0}" type="datetime1">
              <a:rPr lang="en-US" smtClean="0"/>
              <a:t>7/15/26</a:t>
            </a:fld>
            <a:endParaRPr lang="en-US"/>
          </a:p>
        </p:txBody>
      </p:sp>
      <p:sp>
        <p:nvSpPr>
          <p:cNvPr id="5" name="Footer Placeholder 4">
            <a:extLst>
              <a:ext uri="{FF2B5EF4-FFF2-40B4-BE49-F238E27FC236}">
                <a16:creationId xmlns:a16="http://schemas.microsoft.com/office/drawing/2014/main" id="{4D20BE15-F0A4-1D29-569B-14695A2B2F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D9A83-E0F8-61B2-18BB-57ADE23FEE4A}"/>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293422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9CFA71-8EAB-9061-F30E-197DB78E5B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604883-81EE-57A9-F0FD-EE771D16DC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7A517-BC4A-DCF5-64A4-81CC21318A3A}"/>
              </a:ext>
            </a:extLst>
          </p:cNvPr>
          <p:cNvSpPr>
            <a:spLocks noGrp="1"/>
          </p:cNvSpPr>
          <p:nvPr>
            <p:ph type="dt" sz="half" idx="10"/>
          </p:nvPr>
        </p:nvSpPr>
        <p:spPr/>
        <p:txBody>
          <a:bodyPr/>
          <a:lstStyle/>
          <a:p>
            <a:fld id="{02A15550-B078-AE42-90E0-A8828D3AB7F6}" type="datetime1">
              <a:rPr lang="en-US" smtClean="0"/>
              <a:t>7/15/26</a:t>
            </a:fld>
            <a:endParaRPr lang="en-US"/>
          </a:p>
        </p:txBody>
      </p:sp>
      <p:sp>
        <p:nvSpPr>
          <p:cNvPr id="5" name="Footer Placeholder 4">
            <a:extLst>
              <a:ext uri="{FF2B5EF4-FFF2-40B4-BE49-F238E27FC236}">
                <a16:creationId xmlns:a16="http://schemas.microsoft.com/office/drawing/2014/main" id="{C676E490-28D4-964B-E6C0-2AD307E2C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88835-A03E-FC97-C523-CA5EB325A51F}"/>
              </a:ext>
            </a:extLst>
          </p:cNvPr>
          <p:cNvSpPr>
            <a:spLocks noGrp="1"/>
          </p:cNvSpPr>
          <p:nvPr>
            <p:ph type="sldNum" sz="quarter" idx="12"/>
          </p:nvPr>
        </p:nvSpPr>
        <p:spPr/>
        <p:txBody>
          <a:bodyPr/>
          <a:lstStyle/>
          <a:p>
            <a:fld id="{9D6A521F-C362-8848-A0AA-20419B4CC507}" type="slidenum">
              <a:rPr lang="en-US" smtClean="0"/>
              <a:t>‹#›</a:t>
            </a:fld>
            <a:endParaRPr lang="en-US"/>
          </a:p>
        </p:txBody>
      </p:sp>
    </p:spTree>
    <p:extLst>
      <p:ext uri="{BB962C8B-B14F-4D97-AF65-F5344CB8AC3E}">
        <p14:creationId xmlns:p14="http://schemas.microsoft.com/office/powerpoint/2010/main" val="4128682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D2155F-8232-2AD5-F053-A2F7EAAB2E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9FD48A-3B1C-0339-6111-A3E768B705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0BC127-6606-7A57-DBAA-BF912E1EC0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D1A07A-CA96-FC43-9719-174ADFE7AD78}" type="datetime1">
              <a:rPr lang="en-US" smtClean="0"/>
              <a:t>7/15/26</a:t>
            </a:fld>
            <a:endParaRPr lang="en-US"/>
          </a:p>
        </p:txBody>
      </p:sp>
      <p:sp>
        <p:nvSpPr>
          <p:cNvPr id="5" name="Footer Placeholder 4">
            <a:extLst>
              <a:ext uri="{FF2B5EF4-FFF2-40B4-BE49-F238E27FC236}">
                <a16:creationId xmlns:a16="http://schemas.microsoft.com/office/drawing/2014/main" id="{E4F14DEB-B59F-4007-0DFB-81BC01FE22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455E47-2B17-BFDC-E197-271BC9B37A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6A521F-C362-8848-A0AA-20419B4CC507}" type="slidenum">
              <a:rPr lang="en-US" smtClean="0"/>
              <a:t>‹#›</a:t>
            </a:fld>
            <a:endParaRPr lang="en-US"/>
          </a:p>
        </p:txBody>
      </p:sp>
    </p:spTree>
    <p:extLst>
      <p:ext uri="{BB962C8B-B14F-4D97-AF65-F5344CB8AC3E}">
        <p14:creationId xmlns:p14="http://schemas.microsoft.com/office/powerpoint/2010/main" val="708335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slide" Target="slide20.xml"/><Relationship Id="rId3" Type="http://schemas.openxmlformats.org/officeDocument/2006/relationships/slide" Target="slide3.xml"/><Relationship Id="rId7" Type="http://schemas.openxmlformats.org/officeDocument/2006/relationships/slide" Target="slide12.xml"/><Relationship Id="rId12" Type="http://schemas.openxmlformats.org/officeDocument/2006/relationships/slide" Target="slide19.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 Target="slide10.xml"/><Relationship Id="rId11" Type="http://schemas.openxmlformats.org/officeDocument/2006/relationships/slide" Target="slide18.xml"/><Relationship Id="rId5" Type="http://schemas.openxmlformats.org/officeDocument/2006/relationships/slide" Target="slide6.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0_77F2A4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msf.connect.hcw-at-home.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11_F5D6D349.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07_A30CE34.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A_B0D23FCC.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B_466E3DB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1F_19A08A1E.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8_DE70323E.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58B8-1722-C658-2FBC-141B1D1351D6}"/>
              </a:ext>
            </a:extLst>
          </p:cNvPr>
          <p:cNvSpPr>
            <a:spLocks noGrp="1"/>
          </p:cNvSpPr>
          <p:nvPr>
            <p:ph type="ctrTitle"/>
          </p:nvPr>
        </p:nvSpPr>
        <p:spPr>
          <a:xfrm>
            <a:off x="345811" y="1599063"/>
            <a:ext cx="4754035" cy="2387600"/>
          </a:xfrm>
        </p:spPr>
        <p:txBody>
          <a:bodyPr>
            <a:noAutofit/>
          </a:bodyPr>
          <a:lstStyle/>
          <a:p>
            <a:pPr algn="l"/>
            <a:r>
              <a:rPr lang="fr-CA" sz="4400" b="1" dirty="0">
                <a:latin typeface="Arial" panose="020B0604020202020204" pitchFamily="34" charset="0"/>
                <a:cs typeface="Arial" panose="020B0604020202020204" pitchFamily="34" charset="0"/>
              </a:rPr>
              <a:t>MSF </a:t>
            </a:r>
            <a:r>
              <a:rPr lang="fr-CA" sz="4400" b="1" dirty="0" err="1">
                <a:latin typeface="Arial" panose="020B0604020202020204" pitchFamily="34" charset="0"/>
                <a:cs typeface="Arial" panose="020B0604020202020204" pitchFamily="34" charset="0"/>
              </a:rPr>
              <a:t>Teleconsultation</a:t>
            </a:r>
            <a:r>
              <a:rPr lang="fr-CA" sz="4400" b="1" dirty="0">
                <a:latin typeface="Arial" panose="020B0604020202020204" pitchFamily="34" charset="0"/>
                <a:cs typeface="Arial" panose="020B0604020202020204" pitchFamily="34" charset="0"/>
              </a:rPr>
              <a:t> User Guide V2</a:t>
            </a:r>
            <a:endParaRPr lang="en-US" sz="4400" b="1" dirty="0">
              <a:latin typeface="Arial" panose="020B0604020202020204" pitchFamily="34" charset="0"/>
              <a:cs typeface="Arial" panose="020B0604020202020204" pitchFamily="34" charset="0"/>
            </a:endParaRPr>
          </a:p>
        </p:txBody>
      </p:sp>
      <p:pic>
        <p:nvPicPr>
          <p:cNvPr id="5" name="Picture 4" descr="A red and white geometric pattern&#10;&#10;Description automatically generated">
            <a:extLst>
              <a:ext uri="{FF2B5EF4-FFF2-40B4-BE49-F238E27FC236}">
                <a16:creationId xmlns:a16="http://schemas.microsoft.com/office/drawing/2014/main" id="{4040B052-12D9-5A42-704E-FD5B7E4CC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pic>
        <p:nvPicPr>
          <p:cNvPr id="7" name="Picture 6" descr="A red line on a black background&#10;&#10;Description automatically generated">
            <a:extLst>
              <a:ext uri="{FF2B5EF4-FFF2-40B4-BE49-F238E27FC236}">
                <a16:creationId xmlns:a16="http://schemas.microsoft.com/office/drawing/2014/main" id="{84503530-7952-E4F7-E164-8E37DEACD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730" y="4796631"/>
            <a:ext cx="3867665" cy="1106488"/>
          </a:xfrm>
          <a:prstGeom prst="rect">
            <a:avLst/>
          </a:prstGeom>
        </p:spPr>
      </p:pic>
    </p:spTree>
    <p:extLst>
      <p:ext uri="{BB962C8B-B14F-4D97-AF65-F5344CB8AC3E}">
        <p14:creationId xmlns:p14="http://schemas.microsoft.com/office/powerpoint/2010/main" val="1520369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429D1-A63F-FC7C-7AE6-AF64CE6C2E77}"/>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CAAEDF63-D70F-634D-C405-7458E117ED0C}"/>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8" name="TextBox 7">
            <a:extLst>
              <a:ext uri="{FF2B5EF4-FFF2-40B4-BE49-F238E27FC236}">
                <a16:creationId xmlns:a16="http://schemas.microsoft.com/office/drawing/2014/main" id="{A550C6DA-BD45-26AC-C7F4-DE5CFE50027D}"/>
              </a:ext>
            </a:extLst>
          </p:cNvPr>
          <p:cNvSpPr txBox="1"/>
          <p:nvPr/>
        </p:nvSpPr>
        <p:spPr>
          <a:xfrm>
            <a:off x="338667" y="203200"/>
            <a:ext cx="11607800" cy="461665"/>
          </a:xfrm>
          <a:prstGeom prst="rect">
            <a:avLst/>
          </a:prstGeom>
          <a:noFill/>
        </p:spPr>
        <p:txBody>
          <a:bodyPr wrap="square" rtlCol="0">
            <a:spAutoFit/>
          </a:bodyPr>
          <a:lstStyle/>
          <a:p>
            <a:r>
              <a:rPr lang="en-US" sz="2400" b="1">
                <a:latin typeface="Calibri" panose="020F0502020204030204" pitchFamily="34" charset="0"/>
                <a:cs typeface="Calibri" panose="020F0502020204030204" pitchFamily="34" charset="0"/>
              </a:rPr>
              <a:t>Table of Contents</a:t>
            </a:r>
          </a:p>
        </p:txBody>
      </p:sp>
      <p:sp>
        <p:nvSpPr>
          <p:cNvPr id="2" name="TextBox 1">
            <a:extLst>
              <a:ext uri="{FF2B5EF4-FFF2-40B4-BE49-F238E27FC236}">
                <a16:creationId xmlns:a16="http://schemas.microsoft.com/office/drawing/2014/main" id="{E566BDA1-8550-3791-290A-04FDD73F7437}"/>
              </a:ext>
            </a:extLst>
          </p:cNvPr>
          <p:cNvSpPr txBox="1"/>
          <p:nvPr/>
        </p:nvSpPr>
        <p:spPr>
          <a:xfrm>
            <a:off x="2639060" y="1071915"/>
            <a:ext cx="7827113" cy="4247317"/>
          </a:xfrm>
          <a:prstGeom prst="rect">
            <a:avLst/>
          </a:prstGeom>
          <a:noFill/>
        </p:spPr>
        <p:txBody>
          <a:bodyPr wrap="square" rtlCol="0">
            <a:spAutoFit/>
          </a:bodyPr>
          <a:lstStyle/>
          <a:p>
            <a:pPr marL="342900" indent="-342900">
              <a:buAutoNum type="arabicPeriod"/>
            </a:pPr>
            <a:r>
              <a:rPr lang="en-US" dirty="0">
                <a:latin typeface="Calibri" panose="020F0502020204030204" pitchFamily="34" charset="0"/>
                <a:cs typeface="Calibri" panose="020F0502020204030204" pitchFamily="34" charset="0"/>
                <a:hlinkClick r:id="rId3" action="ppaction://hlinksldjump"/>
              </a:rPr>
              <a:t>Signing In</a:t>
            </a:r>
            <a:r>
              <a:rPr lang="en-US" dirty="0">
                <a:latin typeface="Calibri" panose="020F0502020204030204" pitchFamily="34" charset="0"/>
                <a:cs typeface="Calibri" panose="020F0502020204030204" pitchFamily="34" charset="0"/>
              </a:rPr>
              <a:t>	</a:t>
            </a:r>
          </a:p>
          <a:p>
            <a:pPr marL="342900" indent="-342900">
              <a:buAutoNum type="arabicPeriod"/>
            </a:pPr>
            <a:r>
              <a:rPr lang="en-US" dirty="0">
                <a:latin typeface="Calibri" panose="020F0502020204030204" pitchFamily="34" charset="0"/>
                <a:cs typeface="Calibri" panose="020F0502020204030204" pitchFamily="34" charset="0"/>
                <a:hlinkClick r:id="rId4" action="ppaction://hlinksldjump"/>
              </a:rPr>
              <a:t>Navigating the Platform</a:t>
            </a:r>
            <a:endParaRPr lang="en-US" dirty="0">
              <a:latin typeface="Calibri" panose="020F0502020204030204" pitchFamily="34" charset="0"/>
              <a:cs typeface="Calibri" panose="020F0502020204030204" pitchFamily="34" charset="0"/>
            </a:endParaRPr>
          </a:p>
          <a:p>
            <a:pPr marL="342900" indent="-342900">
              <a:buAutoNum type="arabicPeriod"/>
            </a:pPr>
            <a:r>
              <a:rPr lang="en-US" dirty="0">
                <a:latin typeface="Calibri" panose="020F0502020204030204" pitchFamily="34" charset="0"/>
                <a:cs typeface="Calibri" panose="020F0502020204030204" pitchFamily="34" charset="0"/>
                <a:hlinkClick r:id="rId5" action="ppaction://hlinksldjump"/>
              </a:rPr>
              <a:t>Create a Consultation Appointment</a:t>
            </a:r>
            <a:endParaRPr lang="en-US" dirty="0">
              <a:latin typeface="Calibri" panose="020F0502020204030204" pitchFamily="34" charset="0"/>
              <a:cs typeface="Calibri" panose="020F0502020204030204" pitchFamily="34" charset="0"/>
            </a:endParaRPr>
          </a:p>
          <a:p>
            <a:pPr marL="342900" indent="-342900">
              <a:buAutoNum type="arabicPeriod"/>
            </a:pPr>
            <a:r>
              <a:rPr lang="en-US" dirty="0">
                <a:latin typeface="Calibri" panose="020F0502020204030204" pitchFamily="34" charset="0"/>
                <a:cs typeface="Calibri" panose="020F0502020204030204" pitchFamily="34" charset="0"/>
                <a:hlinkClick r:id="rId6" action="ppaction://hlinksldjump"/>
              </a:rPr>
              <a:t>Consultation Details, Appointment Links and Pre-consultation Chat</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7" action="ppaction://hlinksldjump"/>
              </a:rPr>
              <a:t>Start a Consultation</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8" action="ppaction://hlinksldjump"/>
              </a:rPr>
              <a:t>Screen Sharing</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9" action="ppaction://hlinksldjump"/>
              </a:rPr>
              <a:t>Chat</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10" action="ppaction://hlinksldjump"/>
              </a:rPr>
              <a:t>Leave/End a Call</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11" action="ppaction://hlinksldjump"/>
              </a:rPr>
              <a:t>Finalize a Consultation</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12" action="ppaction://hlinksldjump"/>
              </a:rPr>
              <a:t>Consultation Log</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13" action="ppaction://hlinksldjump"/>
              </a:rPr>
              <a:t>Appointment Views</a:t>
            </a:r>
            <a:endParaRPr lang="en-US" dirty="0">
              <a:latin typeface="Calibri" panose="020F0502020204030204" pitchFamily="34" charset="0"/>
              <a:cs typeface="Calibri" panose="020F0502020204030204" pitchFamily="34" charset="0"/>
            </a:endParaRPr>
          </a:p>
          <a:p>
            <a:pPr marL="342900" indent="-342900">
              <a:buFont typeface="+mj-lt"/>
              <a:buAutoNum type="arabicPeriod"/>
            </a:pPr>
            <a:r>
              <a:rPr lang="en-US" dirty="0">
                <a:latin typeface="Calibri" panose="020F0502020204030204" pitchFamily="34" charset="0"/>
                <a:cs typeface="Calibri" panose="020F0502020204030204" pitchFamily="34" charset="0"/>
                <a:hlinkClick r:id="rId14" action="ppaction://hlinksldjump"/>
              </a:rPr>
              <a:t>Update Platform Language</a:t>
            </a: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96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E244F6C1-EA21-A55B-A9A3-DA3E3BE390C5}"/>
              </a:ext>
            </a:extLst>
          </p:cNvPr>
          <p:cNvPicPr>
            <a:picLocks noChangeAspect="1"/>
          </p:cNvPicPr>
          <p:nvPr/>
        </p:nvPicPr>
        <p:blipFill>
          <a:blip r:embed="rId3"/>
          <a:srcRect l="75698" r="6886"/>
          <a:stretch>
            <a:fillRect/>
          </a:stretch>
        </p:blipFill>
        <p:spPr>
          <a:xfrm rot="16200000">
            <a:off x="5564658" y="220942"/>
            <a:ext cx="1062681" cy="12192000"/>
          </a:xfrm>
          <a:prstGeom prst="rect">
            <a:avLst/>
          </a:prstGeom>
        </p:spPr>
      </p:pic>
      <p:sp>
        <p:nvSpPr>
          <p:cNvPr id="8" name="TextBox 7">
            <a:extLst>
              <a:ext uri="{FF2B5EF4-FFF2-40B4-BE49-F238E27FC236}">
                <a16:creationId xmlns:a16="http://schemas.microsoft.com/office/drawing/2014/main" id="{1C9691E7-CEA9-4AFE-B9EE-4BED2AD4CD39}"/>
              </a:ext>
            </a:extLst>
          </p:cNvPr>
          <p:cNvSpPr txBox="1"/>
          <p:nvPr/>
        </p:nvSpPr>
        <p:spPr>
          <a:xfrm>
            <a:off x="338667" y="203200"/>
            <a:ext cx="11607800" cy="461665"/>
          </a:xfrm>
          <a:prstGeom prst="rect">
            <a:avLst/>
          </a:prstGeom>
          <a:noFill/>
        </p:spPr>
        <p:txBody>
          <a:bodyPr wrap="square" rtlCol="0">
            <a:spAutoFit/>
          </a:bodyPr>
          <a:lstStyle/>
          <a:p>
            <a:r>
              <a:rPr lang="en-US" sz="2400" b="1">
                <a:latin typeface="Calibri" panose="020F0502020204030204" pitchFamily="34" charset="0"/>
                <a:cs typeface="Calibri" panose="020F0502020204030204" pitchFamily="34" charset="0"/>
              </a:rPr>
              <a:t>Signing In</a:t>
            </a:r>
          </a:p>
        </p:txBody>
      </p:sp>
      <p:sp>
        <p:nvSpPr>
          <p:cNvPr id="9" name="TextBox 8">
            <a:extLst>
              <a:ext uri="{FF2B5EF4-FFF2-40B4-BE49-F238E27FC236}">
                <a16:creationId xmlns:a16="http://schemas.microsoft.com/office/drawing/2014/main" id="{50473B2D-3CC6-4B24-8C16-7504591C7FD0}"/>
              </a:ext>
            </a:extLst>
          </p:cNvPr>
          <p:cNvSpPr txBox="1"/>
          <p:nvPr/>
        </p:nvSpPr>
        <p:spPr>
          <a:xfrm>
            <a:off x="338667" y="1378573"/>
            <a:ext cx="3944379" cy="3693319"/>
          </a:xfrm>
          <a:prstGeom prst="rect">
            <a:avLst/>
          </a:prstGeom>
          <a:noFill/>
        </p:spPr>
        <p:txBody>
          <a:bodyPr wrap="square" rtlCol="0">
            <a:spAutoFit/>
          </a:bodyPr>
          <a:lstStyle/>
          <a:p>
            <a:pPr marL="342900" indent="-342900">
              <a:buAutoNum type="arabicPeriod"/>
            </a:pPr>
            <a:r>
              <a:rPr lang="en-US" dirty="0">
                <a:latin typeface="Calibri" panose="020F0502020204030204" pitchFamily="34" charset="0"/>
                <a:cs typeface="Calibri" panose="020F0502020204030204" pitchFamily="34" charset="0"/>
              </a:rPr>
              <a:t>Open the MSF Video Consultation platform on your device browser: </a:t>
            </a:r>
            <a:r>
              <a:rPr lang="en-US" dirty="0">
                <a:latin typeface="Calibri" panose="020F0502020204030204" pitchFamily="34" charset="0"/>
                <a:cs typeface="Calibri" panose="020F0502020204030204" pitchFamily="34" charset="0"/>
                <a:hlinkClick r:id="rId4"/>
              </a:rPr>
              <a:t>https://msf.connect.hcw-at-home.com/</a:t>
            </a:r>
            <a:endParaRPr lang="en-US" dirty="0">
              <a:latin typeface="Calibri" panose="020F0502020204030204" pitchFamily="34" charset="0"/>
              <a:cs typeface="Calibri" panose="020F0502020204030204" pitchFamily="34" charset="0"/>
            </a:endParaRPr>
          </a:p>
          <a:p>
            <a:pPr marL="342900" indent="-342900">
              <a:buAutoNum type="arabicPeriod"/>
            </a:pPr>
            <a:endParaRPr lang="en-US" dirty="0">
              <a:latin typeface="Calibri" panose="020F0502020204030204" pitchFamily="34" charset="0"/>
              <a:cs typeface="Calibri" panose="020F0502020204030204" pitchFamily="34" charset="0"/>
            </a:endParaRPr>
          </a:p>
          <a:p>
            <a:pPr marL="342900" indent="-342900">
              <a:buAutoNum type="arabicPeriod"/>
            </a:pPr>
            <a:r>
              <a:rPr lang="en-US" dirty="0">
                <a:latin typeface="Calibri" panose="020F0502020204030204" pitchFamily="34" charset="0"/>
                <a:cs typeface="Calibri" panose="020F0502020204030204" pitchFamily="34" charset="0"/>
              </a:rPr>
              <a:t>Enter your email</a:t>
            </a:r>
          </a:p>
          <a:p>
            <a:pPr marL="342900" indent="-342900">
              <a:buAutoNum type="arabicPeriod"/>
            </a:pPr>
            <a:endParaRPr lang="en-US" dirty="0">
              <a:latin typeface="Calibri" panose="020F0502020204030204" pitchFamily="34" charset="0"/>
              <a:cs typeface="Calibri" panose="020F0502020204030204" pitchFamily="34" charset="0"/>
            </a:endParaRPr>
          </a:p>
          <a:p>
            <a:pPr marL="342900" indent="-342900">
              <a:buAutoNum type="arabicPeriod"/>
            </a:pPr>
            <a:r>
              <a:rPr lang="en-US" dirty="0">
                <a:latin typeface="Calibri" panose="020F0502020204030204" pitchFamily="34" charset="0"/>
                <a:cs typeface="Calibri" panose="020F0502020204030204" pitchFamily="34" charset="0"/>
              </a:rPr>
              <a:t>Enter your password</a:t>
            </a:r>
          </a:p>
          <a:p>
            <a:pPr marL="342900" indent="-342900">
              <a:buAutoNum type="arabicPeriod"/>
            </a:pPr>
            <a:endParaRPr lang="en-US" dirty="0">
              <a:latin typeface="Calibri" panose="020F0502020204030204" pitchFamily="34" charset="0"/>
              <a:cs typeface="Calibri" panose="020F0502020204030204" pitchFamily="34" charset="0"/>
            </a:endParaRPr>
          </a:p>
          <a:p>
            <a:pPr marL="342900" indent="-342900">
              <a:buAutoNum type="arabicPeriod"/>
            </a:pPr>
            <a:r>
              <a:rPr lang="en-US" dirty="0">
                <a:latin typeface="Calibri" panose="020F0502020204030204" pitchFamily="34" charset="0"/>
                <a:cs typeface="Calibri" panose="020F0502020204030204" pitchFamily="34" charset="0"/>
              </a:rPr>
              <a:t>Click on ”Sign In”</a:t>
            </a:r>
          </a:p>
          <a:p>
            <a:pPr marL="342900" indent="-342900">
              <a:buAutoNum type="arabicPeriod"/>
            </a:pPr>
            <a:endParaRPr lang="en-US" dirty="0">
              <a:latin typeface="Calibri" panose="020F0502020204030204" pitchFamily="34" charset="0"/>
              <a:cs typeface="Calibri" panose="020F0502020204030204" pitchFamily="34" charset="0"/>
            </a:endParaRPr>
          </a:p>
          <a:p>
            <a:pPr marL="342900" indent="-342900">
              <a:buAutoNum type="arabicPeriod"/>
            </a:pPr>
            <a:r>
              <a:rPr lang="en-US" dirty="0">
                <a:latin typeface="Calibri" panose="020F0502020204030204" pitchFamily="34" charset="0"/>
                <a:cs typeface="Calibri" panose="020F0502020204030204" pitchFamily="34" charset="0"/>
              </a:rPr>
              <a:t>Enter your verification code and click on “Sign In”</a:t>
            </a:r>
          </a:p>
        </p:txBody>
      </p:sp>
      <p:pic>
        <p:nvPicPr>
          <p:cNvPr id="3" name="Picture 2">
            <a:extLst>
              <a:ext uri="{FF2B5EF4-FFF2-40B4-BE49-F238E27FC236}">
                <a16:creationId xmlns:a16="http://schemas.microsoft.com/office/drawing/2014/main" id="{46378318-5579-E034-0618-85CBC12A2951}"/>
              </a:ext>
            </a:extLst>
          </p:cNvPr>
          <p:cNvPicPr>
            <a:picLocks noChangeAspect="1"/>
          </p:cNvPicPr>
          <p:nvPr/>
        </p:nvPicPr>
        <p:blipFill>
          <a:blip r:embed="rId5"/>
          <a:stretch>
            <a:fillRect/>
          </a:stretch>
        </p:blipFill>
        <p:spPr>
          <a:xfrm>
            <a:off x="4173240" y="868636"/>
            <a:ext cx="3845519" cy="4357220"/>
          </a:xfrm>
          <a:prstGeom prst="rect">
            <a:avLst/>
          </a:prstGeom>
        </p:spPr>
      </p:pic>
      <p:pic>
        <p:nvPicPr>
          <p:cNvPr id="6" name="Picture 5" descr="A screenshot of a phone&#10;&#10;AI-generated content may be incorrect.">
            <a:extLst>
              <a:ext uri="{FF2B5EF4-FFF2-40B4-BE49-F238E27FC236}">
                <a16:creationId xmlns:a16="http://schemas.microsoft.com/office/drawing/2014/main" id="{61F7A280-DA7F-122B-4D31-9C8EAE187881}"/>
              </a:ext>
            </a:extLst>
          </p:cNvPr>
          <p:cNvPicPr>
            <a:picLocks noChangeAspect="1"/>
          </p:cNvPicPr>
          <p:nvPr/>
        </p:nvPicPr>
        <p:blipFill>
          <a:blip r:embed="rId6"/>
          <a:stretch>
            <a:fillRect/>
          </a:stretch>
        </p:blipFill>
        <p:spPr>
          <a:xfrm>
            <a:off x="8678179" y="1835540"/>
            <a:ext cx="3268288" cy="2502386"/>
          </a:xfrm>
          <a:prstGeom prst="rect">
            <a:avLst/>
          </a:prstGeom>
        </p:spPr>
      </p:pic>
    </p:spTree>
    <p:extLst>
      <p:ext uri="{BB962C8B-B14F-4D97-AF65-F5344CB8AC3E}">
        <p14:creationId xmlns:p14="http://schemas.microsoft.com/office/powerpoint/2010/main" val="201239048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4338-7CD4-AB3B-9792-7EA253AB2B7D}"/>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C466E197-2F36-460E-D2E8-78719AF7AD27}"/>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2029B43C-D4F3-AD02-6565-18B5454150CB}"/>
              </a:ext>
            </a:extLst>
          </p:cNvPr>
          <p:cNvSpPr txBox="1"/>
          <p:nvPr/>
        </p:nvSpPr>
        <p:spPr>
          <a:xfrm>
            <a:off x="338667" y="203200"/>
            <a:ext cx="11607800" cy="461665"/>
          </a:xfrm>
          <a:prstGeom prst="rect">
            <a:avLst/>
          </a:prstGeom>
          <a:noFill/>
        </p:spPr>
        <p:txBody>
          <a:bodyPr wrap="square" rtlCol="0">
            <a:spAutoFit/>
          </a:bodyPr>
          <a:lstStyle/>
          <a:p>
            <a:r>
              <a:rPr lang="en-US" sz="2400" b="1">
                <a:latin typeface="Calibri" panose="020F0502020204030204" pitchFamily="34" charset="0"/>
                <a:cs typeface="Calibri" panose="020F0502020204030204" pitchFamily="34" charset="0"/>
              </a:rPr>
              <a:t>Navigating the Platform</a:t>
            </a:r>
          </a:p>
        </p:txBody>
      </p:sp>
      <p:sp>
        <p:nvSpPr>
          <p:cNvPr id="6" name="TextBox 5">
            <a:extLst>
              <a:ext uri="{FF2B5EF4-FFF2-40B4-BE49-F238E27FC236}">
                <a16:creationId xmlns:a16="http://schemas.microsoft.com/office/drawing/2014/main" id="{E7F52C40-DB9A-682D-4D1A-CD9B4623DBB5}"/>
              </a:ext>
            </a:extLst>
          </p:cNvPr>
          <p:cNvSpPr txBox="1"/>
          <p:nvPr/>
        </p:nvSpPr>
        <p:spPr>
          <a:xfrm>
            <a:off x="262466" y="954889"/>
            <a:ext cx="3139953" cy="3046988"/>
          </a:xfrm>
          <a:prstGeom prst="rect">
            <a:avLst/>
          </a:prstGeom>
          <a:noFill/>
        </p:spPr>
        <p:txBody>
          <a:bodyPr wrap="square" rtlCol="0">
            <a:spAutoFit/>
          </a:bodyPr>
          <a:lstStyle/>
          <a:p>
            <a:pPr marL="228600" indent="-228600">
              <a:buAutoNum type="arabicPeriod"/>
            </a:pPr>
            <a:r>
              <a:rPr lang="en-US" sz="1600" dirty="0">
                <a:latin typeface="Calibri" panose="020F0502020204030204" pitchFamily="34" charset="0"/>
                <a:cs typeface="Calibri" panose="020F0502020204030204" pitchFamily="34" charset="0"/>
              </a:rPr>
              <a:t>Dashboard – home screen with upcoming appointments and follow-ups</a:t>
            </a:r>
          </a:p>
          <a:p>
            <a:pPr marL="228600" indent="-228600">
              <a:buAutoNum type="arabicPeriod"/>
            </a:pPr>
            <a:endParaRPr lang="en-US" sz="1600" dirty="0">
              <a:latin typeface="Calibri" panose="020F0502020204030204" pitchFamily="34" charset="0"/>
              <a:cs typeface="Calibri" panose="020F0502020204030204" pitchFamily="34" charset="0"/>
            </a:endParaRPr>
          </a:p>
          <a:p>
            <a:pPr marL="228600" indent="-228600">
              <a:buAutoNum type="arabicPeriod"/>
            </a:pPr>
            <a:r>
              <a:rPr lang="en-US" sz="1600" dirty="0">
                <a:latin typeface="Calibri" panose="020F0502020204030204" pitchFamily="34" charset="0"/>
                <a:cs typeface="Calibri" panose="020F0502020204030204" pitchFamily="34" charset="0"/>
              </a:rPr>
              <a:t>Follow-ups / Consultations – List of upcoming, current and past follow ups/consultations</a:t>
            </a:r>
          </a:p>
          <a:p>
            <a:pPr marL="228600" indent="-228600">
              <a:buAutoNum type="arabicPeriod"/>
            </a:pPr>
            <a:endParaRPr lang="en-US" sz="1600" dirty="0">
              <a:latin typeface="Calibri" panose="020F0502020204030204" pitchFamily="34" charset="0"/>
              <a:cs typeface="Calibri" panose="020F0502020204030204" pitchFamily="34" charset="0"/>
            </a:endParaRPr>
          </a:p>
          <a:p>
            <a:pPr marL="228600" indent="-228600">
              <a:buAutoNum type="arabicPeriod"/>
            </a:pPr>
            <a:r>
              <a:rPr lang="en-US" sz="1600" dirty="0">
                <a:latin typeface="Calibri" panose="020F0502020204030204" pitchFamily="34" charset="0"/>
                <a:cs typeface="Calibri" panose="020F0502020204030204" pitchFamily="34" charset="0"/>
              </a:rPr>
              <a:t>Appointments / Reminders – List or Calendar view of appointments and reminders</a:t>
            </a:r>
          </a:p>
          <a:p>
            <a:pPr marL="228600" indent="-228600">
              <a:buAutoNum type="arabicPeriod"/>
            </a:pPr>
            <a:endParaRPr lang="en-US" sz="1600"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09C09EB3-6B10-F4CB-FE26-BFD0BB0635B1}"/>
              </a:ext>
            </a:extLst>
          </p:cNvPr>
          <p:cNvPicPr>
            <a:picLocks noChangeAspect="1"/>
          </p:cNvPicPr>
          <p:nvPr/>
        </p:nvPicPr>
        <p:blipFill>
          <a:blip r:embed="rId3"/>
          <a:stretch>
            <a:fillRect/>
          </a:stretch>
        </p:blipFill>
        <p:spPr>
          <a:xfrm>
            <a:off x="3831258" y="880461"/>
            <a:ext cx="7492416" cy="4540996"/>
          </a:xfrm>
          <a:prstGeom prst="rect">
            <a:avLst/>
          </a:prstGeom>
        </p:spPr>
      </p:pic>
    </p:spTree>
    <p:extLst>
      <p:ext uri="{BB962C8B-B14F-4D97-AF65-F5344CB8AC3E}">
        <p14:creationId xmlns:p14="http://schemas.microsoft.com/office/powerpoint/2010/main" val="206899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91F40-AB2B-A31D-C4FA-E557F988D343}"/>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574547B1-7AEA-8CBC-2AF6-31DCED8F007F}"/>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A6490950-C685-4B35-A35C-1E7BA7FF95BE}"/>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Consultations</a:t>
            </a:r>
          </a:p>
        </p:txBody>
      </p:sp>
      <p:sp>
        <p:nvSpPr>
          <p:cNvPr id="6" name="TextBox 5">
            <a:extLst>
              <a:ext uri="{FF2B5EF4-FFF2-40B4-BE49-F238E27FC236}">
                <a16:creationId xmlns:a16="http://schemas.microsoft.com/office/drawing/2014/main" id="{33A3A62A-62DB-5B51-D866-47B19EB11087}"/>
              </a:ext>
            </a:extLst>
          </p:cNvPr>
          <p:cNvSpPr txBox="1"/>
          <p:nvPr/>
        </p:nvSpPr>
        <p:spPr>
          <a:xfrm>
            <a:off x="724746" y="664865"/>
            <a:ext cx="10742507" cy="313932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There are 2 different types of consultations that can be created with a few key differences:</a:t>
            </a:r>
          </a:p>
          <a:p>
            <a:endParaRPr lang="en-US" dirty="0">
              <a:latin typeface="Calibri" panose="020F0502020204030204" pitchFamily="34" charset="0"/>
              <a:cs typeface="Calibri" panose="020F0502020204030204" pitchFamily="34" charset="0"/>
            </a:endParaRPr>
          </a:p>
          <a:p>
            <a:pPr marL="228600" indent="-228600">
              <a:buAutoNum type="arabicPeriod"/>
            </a:pPr>
            <a:r>
              <a:rPr lang="en-US" b="1" dirty="0">
                <a:latin typeface="Calibri" panose="020F0502020204030204" pitchFamily="34" charset="0"/>
                <a:cs typeface="Calibri" panose="020F0502020204030204" pitchFamily="34" charset="0"/>
              </a:rPr>
              <a:t>Follow-up: </a:t>
            </a:r>
            <a:r>
              <a:rPr lang="en-US" dirty="0">
                <a:latin typeface="Calibri" panose="020F0502020204030204" pitchFamily="34" charset="0"/>
                <a:cs typeface="Calibri" panose="020F0502020204030204" pitchFamily="34" charset="0"/>
              </a:rPr>
              <a:t>A follow-up appointment allows you to create an appointment that includes the possibility to chat with participants before the consultation and enter additional consultation notes that can be viewed by the patient and any invited colleagues.  The 24 hour to delete time period also does not begin immediately after the end of the consultation but rather once you close the follow-up.</a:t>
            </a:r>
          </a:p>
          <a:p>
            <a:pPr marL="228600" indent="-228600">
              <a:buAutoNum type="arabicPeriod"/>
            </a:pPr>
            <a:endParaRPr lang="en-US" dirty="0">
              <a:latin typeface="Calibri" panose="020F0502020204030204" pitchFamily="34" charset="0"/>
              <a:cs typeface="Calibri" panose="020F0502020204030204" pitchFamily="34" charset="0"/>
            </a:endParaRPr>
          </a:p>
          <a:p>
            <a:pPr marL="228600" indent="-228600">
              <a:buAutoNum type="arabicPeriod"/>
            </a:pPr>
            <a:r>
              <a:rPr lang="en-US" b="1" dirty="0">
                <a:latin typeface="Calibri" panose="020F0502020204030204" pitchFamily="34" charset="0"/>
                <a:cs typeface="Calibri" panose="020F0502020204030204" pitchFamily="34" charset="0"/>
              </a:rPr>
              <a:t>Regular Appointment: </a:t>
            </a:r>
            <a:r>
              <a:rPr lang="en-US" dirty="0">
                <a:latin typeface="Calibri" panose="020F0502020204030204" pitchFamily="34" charset="0"/>
                <a:cs typeface="Calibri" panose="020F0502020204030204" pitchFamily="34" charset="0"/>
              </a:rPr>
              <a:t>A regular appointment does not have any shared consultation notes and does not allow you to have any pre-chat or chat during the consultation and will follow the standard 24 hour deletion once the consultation has been concluded.  This is </a:t>
            </a:r>
            <a:r>
              <a:rPr lang="en-US" b="1" dirty="0">
                <a:latin typeface="Calibri" panose="020F0502020204030204" pitchFamily="34" charset="0"/>
                <a:cs typeface="Calibri" panose="020F0502020204030204" pitchFamily="34" charset="0"/>
              </a:rPr>
              <a:t>NOT</a:t>
            </a:r>
            <a:r>
              <a:rPr lang="en-US" dirty="0">
                <a:latin typeface="Calibri" panose="020F0502020204030204" pitchFamily="34" charset="0"/>
                <a:cs typeface="Calibri" panose="020F0502020204030204" pitchFamily="34" charset="0"/>
              </a:rPr>
              <a:t> recommended</a:t>
            </a:r>
          </a:p>
          <a:p>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4496713"/>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912CD-23C8-6743-B8DF-628E276D2C89}"/>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1BE92FBF-A850-0FB2-675E-F373D5E12BFF}"/>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7A85CF22-185B-CF2A-B669-E825DB993F68}"/>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Create a Consultation Appointment</a:t>
            </a:r>
          </a:p>
        </p:txBody>
      </p:sp>
      <p:sp>
        <p:nvSpPr>
          <p:cNvPr id="3" name="TextBox 2">
            <a:extLst>
              <a:ext uri="{FF2B5EF4-FFF2-40B4-BE49-F238E27FC236}">
                <a16:creationId xmlns:a16="http://schemas.microsoft.com/office/drawing/2014/main" id="{1198174B-80D5-8A18-8FF6-8A648259587B}"/>
              </a:ext>
            </a:extLst>
          </p:cNvPr>
          <p:cNvSpPr txBox="1"/>
          <p:nvPr/>
        </p:nvSpPr>
        <p:spPr>
          <a:xfrm>
            <a:off x="316505" y="788133"/>
            <a:ext cx="284480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Click on “+ New Follow-up”</a:t>
            </a:r>
          </a:p>
        </p:txBody>
      </p:sp>
      <p:sp>
        <p:nvSpPr>
          <p:cNvPr id="7" name="TextBox 6">
            <a:extLst>
              <a:ext uri="{FF2B5EF4-FFF2-40B4-BE49-F238E27FC236}">
                <a16:creationId xmlns:a16="http://schemas.microsoft.com/office/drawing/2014/main" id="{1DF6BCA7-8CB2-296C-C25C-2E62ED3FF9CB}"/>
              </a:ext>
            </a:extLst>
          </p:cNvPr>
          <p:cNvSpPr txBox="1"/>
          <p:nvPr/>
        </p:nvSpPr>
        <p:spPr>
          <a:xfrm>
            <a:off x="3582542" y="788771"/>
            <a:ext cx="1729446"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Enter a Reason for the Follow-Up</a:t>
            </a:r>
          </a:p>
        </p:txBody>
      </p:sp>
      <p:sp>
        <p:nvSpPr>
          <p:cNvPr id="8" name="TextBox 7">
            <a:extLst>
              <a:ext uri="{FF2B5EF4-FFF2-40B4-BE49-F238E27FC236}">
                <a16:creationId xmlns:a16="http://schemas.microsoft.com/office/drawing/2014/main" id="{A945846D-D772-7373-DA14-F72524C1D331}"/>
              </a:ext>
            </a:extLst>
          </p:cNvPr>
          <p:cNvSpPr txBox="1"/>
          <p:nvPr/>
        </p:nvSpPr>
        <p:spPr>
          <a:xfrm>
            <a:off x="3562238" y="4278355"/>
            <a:ext cx="1749750"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5.  Tick “Schedule the consultation”</a:t>
            </a:r>
          </a:p>
        </p:txBody>
      </p:sp>
      <p:sp>
        <p:nvSpPr>
          <p:cNvPr id="4" name="TextBox 3">
            <a:extLst>
              <a:ext uri="{FF2B5EF4-FFF2-40B4-BE49-F238E27FC236}">
                <a16:creationId xmlns:a16="http://schemas.microsoft.com/office/drawing/2014/main" id="{2155E1C1-873D-6B75-DC91-42C45F75F8A5}"/>
              </a:ext>
            </a:extLst>
          </p:cNvPr>
          <p:cNvSpPr txBox="1"/>
          <p:nvPr/>
        </p:nvSpPr>
        <p:spPr>
          <a:xfrm>
            <a:off x="3562239" y="1597053"/>
            <a:ext cx="2042945"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3.  Select Temporary Guest and Manual</a:t>
            </a:r>
          </a:p>
        </p:txBody>
      </p:sp>
      <p:pic>
        <p:nvPicPr>
          <p:cNvPr id="9" name="Picture 8">
            <a:extLst>
              <a:ext uri="{FF2B5EF4-FFF2-40B4-BE49-F238E27FC236}">
                <a16:creationId xmlns:a16="http://schemas.microsoft.com/office/drawing/2014/main" id="{03BA46F4-C6AB-D025-E293-CF16445B8E7D}"/>
              </a:ext>
            </a:extLst>
          </p:cNvPr>
          <p:cNvPicPr>
            <a:picLocks noChangeAspect="1"/>
          </p:cNvPicPr>
          <p:nvPr/>
        </p:nvPicPr>
        <p:blipFill>
          <a:blip r:embed="rId3"/>
          <a:srcRect l="67073" t="3846" r="14026" b="86354"/>
          <a:stretch>
            <a:fillRect/>
          </a:stretch>
        </p:blipFill>
        <p:spPr>
          <a:xfrm>
            <a:off x="316504" y="1122744"/>
            <a:ext cx="2246225" cy="705875"/>
          </a:xfrm>
          <a:prstGeom prst="rect">
            <a:avLst/>
          </a:prstGeom>
          <a:ln>
            <a:solidFill>
              <a:schemeClr val="accent1"/>
            </a:solidFill>
          </a:ln>
        </p:spPr>
      </p:pic>
      <p:sp>
        <p:nvSpPr>
          <p:cNvPr id="21" name="Frame 20">
            <a:extLst>
              <a:ext uri="{FF2B5EF4-FFF2-40B4-BE49-F238E27FC236}">
                <a16:creationId xmlns:a16="http://schemas.microsoft.com/office/drawing/2014/main" id="{9BE5FA01-54E4-5E0E-B6BD-3ABC7F04D412}"/>
              </a:ext>
            </a:extLst>
          </p:cNvPr>
          <p:cNvSpPr/>
          <p:nvPr/>
        </p:nvSpPr>
        <p:spPr>
          <a:xfrm>
            <a:off x="316493" y="1229174"/>
            <a:ext cx="1519739" cy="584775"/>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2" name="Picture 21">
            <a:extLst>
              <a:ext uri="{FF2B5EF4-FFF2-40B4-BE49-F238E27FC236}">
                <a16:creationId xmlns:a16="http://schemas.microsoft.com/office/drawing/2014/main" id="{90F1C0B9-4A04-3A4E-DBB2-713F1E7D140E}"/>
              </a:ext>
            </a:extLst>
          </p:cNvPr>
          <p:cNvPicPr>
            <a:picLocks noChangeAspect="1"/>
          </p:cNvPicPr>
          <p:nvPr/>
        </p:nvPicPr>
        <p:blipFill>
          <a:blip r:embed="rId4"/>
          <a:stretch>
            <a:fillRect/>
          </a:stretch>
        </p:blipFill>
        <p:spPr>
          <a:xfrm>
            <a:off x="5356701" y="280132"/>
            <a:ext cx="5660546" cy="5331376"/>
          </a:xfrm>
          <a:prstGeom prst="rect">
            <a:avLst/>
          </a:prstGeom>
        </p:spPr>
      </p:pic>
      <p:sp>
        <p:nvSpPr>
          <p:cNvPr id="23" name="Frame 22">
            <a:extLst>
              <a:ext uri="{FF2B5EF4-FFF2-40B4-BE49-F238E27FC236}">
                <a16:creationId xmlns:a16="http://schemas.microsoft.com/office/drawing/2014/main" id="{DE266BF1-EC66-659C-E917-209D96F0E9D2}"/>
              </a:ext>
            </a:extLst>
          </p:cNvPr>
          <p:cNvSpPr/>
          <p:nvPr/>
        </p:nvSpPr>
        <p:spPr>
          <a:xfrm>
            <a:off x="5329150" y="4424975"/>
            <a:ext cx="1553564" cy="360467"/>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9EEC46A2-D0CB-10B1-8755-6A6CB75356D5}"/>
              </a:ext>
            </a:extLst>
          </p:cNvPr>
          <p:cNvSpPr txBox="1"/>
          <p:nvPr/>
        </p:nvSpPr>
        <p:spPr>
          <a:xfrm>
            <a:off x="3562238" y="2615624"/>
            <a:ext cx="1794463" cy="1077218"/>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4.  Enter an identifier for the patient (can be any alphanumeric text)</a:t>
            </a:r>
          </a:p>
        </p:txBody>
      </p:sp>
    </p:spTree>
    <p:extLst>
      <p:ext uri="{BB962C8B-B14F-4D97-AF65-F5344CB8AC3E}">
        <p14:creationId xmlns:p14="http://schemas.microsoft.com/office/powerpoint/2010/main" val="3727083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CEA1-AE3F-F28F-DF71-99FB03EFF651}"/>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6468DD62-B931-08C0-48D9-6E62D9CE3F02}"/>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2E7CBC14-7C7D-7DDA-5D81-23FDA8DBE283}"/>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Create a Consultation Appointment</a:t>
            </a:r>
          </a:p>
        </p:txBody>
      </p:sp>
      <p:sp>
        <p:nvSpPr>
          <p:cNvPr id="3" name="TextBox 2">
            <a:extLst>
              <a:ext uri="{FF2B5EF4-FFF2-40B4-BE49-F238E27FC236}">
                <a16:creationId xmlns:a16="http://schemas.microsoft.com/office/drawing/2014/main" id="{247E59B8-ECEA-C6E5-F931-A5C0C55C89A4}"/>
              </a:ext>
            </a:extLst>
          </p:cNvPr>
          <p:cNvSpPr txBox="1"/>
          <p:nvPr/>
        </p:nvSpPr>
        <p:spPr>
          <a:xfrm>
            <a:off x="498964" y="1589440"/>
            <a:ext cx="284480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Select ”Video”</a:t>
            </a:r>
          </a:p>
        </p:txBody>
      </p:sp>
      <p:sp>
        <p:nvSpPr>
          <p:cNvPr id="7" name="TextBox 6">
            <a:extLst>
              <a:ext uri="{FF2B5EF4-FFF2-40B4-BE49-F238E27FC236}">
                <a16:creationId xmlns:a16="http://schemas.microsoft.com/office/drawing/2014/main" id="{E042C88C-4FEC-F6E7-9962-6C6140FC524B}"/>
              </a:ext>
            </a:extLst>
          </p:cNvPr>
          <p:cNvSpPr txBox="1"/>
          <p:nvPr/>
        </p:nvSpPr>
        <p:spPr>
          <a:xfrm>
            <a:off x="498964" y="3057857"/>
            <a:ext cx="3458891"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Select the Date and Time</a:t>
            </a:r>
          </a:p>
        </p:txBody>
      </p:sp>
      <p:pic>
        <p:nvPicPr>
          <p:cNvPr id="10" name="Picture 9">
            <a:extLst>
              <a:ext uri="{FF2B5EF4-FFF2-40B4-BE49-F238E27FC236}">
                <a16:creationId xmlns:a16="http://schemas.microsoft.com/office/drawing/2014/main" id="{47027314-780A-0277-9541-5C43AD863003}"/>
              </a:ext>
            </a:extLst>
          </p:cNvPr>
          <p:cNvPicPr>
            <a:picLocks noChangeAspect="1"/>
          </p:cNvPicPr>
          <p:nvPr/>
        </p:nvPicPr>
        <p:blipFill>
          <a:blip r:embed="rId3"/>
          <a:stretch>
            <a:fillRect/>
          </a:stretch>
        </p:blipFill>
        <p:spPr>
          <a:xfrm>
            <a:off x="4560224" y="664865"/>
            <a:ext cx="7132812" cy="4785985"/>
          </a:xfrm>
          <a:prstGeom prst="rect">
            <a:avLst/>
          </a:prstGeom>
        </p:spPr>
      </p:pic>
    </p:spTree>
    <p:extLst>
      <p:ext uri="{BB962C8B-B14F-4D97-AF65-F5344CB8AC3E}">
        <p14:creationId xmlns:p14="http://schemas.microsoft.com/office/powerpoint/2010/main" val="1524060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90A4-A07F-7EBE-AD20-0436664CCA31}"/>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FF12DE38-2060-BF6D-30C5-AB0A27791015}"/>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00C94C06-2C1E-6B6D-388C-09CF45B884C0}"/>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Create a Consultation Appointment</a:t>
            </a:r>
          </a:p>
        </p:txBody>
      </p:sp>
      <p:sp>
        <p:nvSpPr>
          <p:cNvPr id="3" name="TextBox 2">
            <a:extLst>
              <a:ext uri="{FF2B5EF4-FFF2-40B4-BE49-F238E27FC236}">
                <a16:creationId xmlns:a16="http://schemas.microsoft.com/office/drawing/2014/main" id="{343DF59C-BEE8-B12C-1B69-FB1BEA9C90FE}"/>
              </a:ext>
            </a:extLst>
          </p:cNvPr>
          <p:cNvSpPr txBox="1"/>
          <p:nvPr/>
        </p:nvSpPr>
        <p:spPr>
          <a:xfrm>
            <a:off x="338667" y="1114993"/>
            <a:ext cx="3358271"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Select ”External/Temporary Guest”</a:t>
            </a:r>
          </a:p>
        </p:txBody>
      </p:sp>
      <p:sp>
        <p:nvSpPr>
          <p:cNvPr id="7" name="TextBox 6">
            <a:extLst>
              <a:ext uri="{FF2B5EF4-FFF2-40B4-BE49-F238E27FC236}">
                <a16:creationId xmlns:a16="http://schemas.microsoft.com/office/drawing/2014/main" id="{ED5A7396-2B2A-0B40-BDEC-FF7F0BC89E7F}"/>
              </a:ext>
            </a:extLst>
          </p:cNvPr>
          <p:cNvSpPr txBox="1"/>
          <p:nvPr/>
        </p:nvSpPr>
        <p:spPr>
          <a:xfrm>
            <a:off x="338667" y="1667260"/>
            <a:ext cx="3458891"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Select “Manual” if you will manually share the appointment link or Select “Email” if you will send invite via email</a:t>
            </a:r>
          </a:p>
        </p:txBody>
      </p:sp>
      <p:sp>
        <p:nvSpPr>
          <p:cNvPr id="8" name="TextBox 7">
            <a:extLst>
              <a:ext uri="{FF2B5EF4-FFF2-40B4-BE49-F238E27FC236}">
                <a16:creationId xmlns:a16="http://schemas.microsoft.com/office/drawing/2014/main" id="{15FC0B39-225A-FCBF-C0E6-289C230BCD42}"/>
              </a:ext>
            </a:extLst>
          </p:cNvPr>
          <p:cNvSpPr txBox="1"/>
          <p:nvPr/>
        </p:nvSpPr>
        <p:spPr>
          <a:xfrm>
            <a:off x="338667" y="2558081"/>
            <a:ext cx="3642487"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3.  Enter an identifier for the invitee - please note that you do not need to enter an actual name</a:t>
            </a:r>
          </a:p>
        </p:txBody>
      </p:sp>
      <p:pic>
        <p:nvPicPr>
          <p:cNvPr id="6" name="Picture 5">
            <a:extLst>
              <a:ext uri="{FF2B5EF4-FFF2-40B4-BE49-F238E27FC236}">
                <a16:creationId xmlns:a16="http://schemas.microsoft.com/office/drawing/2014/main" id="{B614A16B-9EE9-74F8-F80C-A39F897A6241}"/>
              </a:ext>
            </a:extLst>
          </p:cNvPr>
          <p:cNvPicPr>
            <a:picLocks noChangeAspect="1"/>
          </p:cNvPicPr>
          <p:nvPr/>
        </p:nvPicPr>
        <p:blipFill>
          <a:blip r:embed="rId3"/>
          <a:stretch>
            <a:fillRect/>
          </a:stretch>
        </p:blipFill>
        <p:spPr>
          <a:xfrm>
            <a:off x="4875875" y="664864"/>
            <a:ext cx="3207829" cy="4921935"/>
          </a:xfrm>
          <a:prstGeom prst="rect">
            <a:avLst/>
          </a:prstGeom>
          <a:ln>
            <a:solidFill>
              <a:schemeClr val="accent1"/>
            </a:solidFill>
          </a:ln>
        </p:spPr>
      </p:pic>
      <p:sp>
        <p:nvSpPr>
          <p:cNvPr id="9" name="TextBox 8">
            <a:extLst>
              <a:ext uri="{FF2B5EF4-FFF2-40B4-BE49-F238E27FC236}">
                <a16:creationId xmlns:a16="http://schemas.microsoft.com/office/drawing/2014/main" id="{D05E9A38-1F00-EB39-BACF-9E30864EA8BB}"/>
              </a:ext>
            </a:extLst>
          </p:cNvPr>
          <p:cNvSpPr txBox="1"/>
          <p:nvPr/>
        </p:nvSpPr>
        <p:spPr>
          <a:xfrm>
            <a:off x="338666" y="3475067"/>
            <a:ext cx="3642487" cy="1077218"/>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4. </a:t>
            </a:r>
            <a:r>
              <a:rPr lang="en-US" sz="1600" dirty="0" err="1">
                <a:latin typeface="Calibri" panose="020F0502020204030204" pitchFamily="34" charset="0"/>
                <a:cs typeface="Calibri" panose="020F0502020204030204" pitchFamily="34" charset="0"/>
              </a:rPr>
              <a:t>Timezone</a:t>
            </a:r>
            <a:r>
              <a:rPr lang="en-US" sz="1600" dirty="0">
                <a:latin typeface="Calibri" panose="020F0502020204030204" pitchFamily="34" charset="0"/>
                <a:cs typeface="Calibri" panose="020F0502020204030204" pitchFamily="34" charset="0"/>
              </a:rPr>
              <a:t> will adjust automatically and you can set the preferred language but if using the Manual option, this will not matter</a:t>
            </a:r>
          </a:p>
        </p:txBody>
      </p:sp>
      <p:sp>
        <p:nvSpPr>
          <p:cNvPr id="11" name="TextBox 10">
            <a:extLst>
              <a:ext uri="{FF2B5EF4-FFF2-40B4-BE49-F238E27FC236}">
                <a16:creationId xmlns:a16="http://schemas.microsoft.com/office/drawing/2014/main" id="{F5770AAD-AE62-2613-7F77-F8577C6C23D0}"/>
              </a:ext>
            </a:extLst>
          </p:cNvPr>
          <p:cNvSpPr txBox="1"/>
          <p:nvPr/>
        </p:nvSpPr>
        <p:spPr>
          <a:xfrm>
            <a:off x="8285640" y="4964321"/>
            <a:ext cx="3458891"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6. Select “+ Add this participant” – you can add as many participants as required</a:t>
            </a:r>
          </a:p>
        </p:txBody>
      </p:sp>
      <p:sp>
        <p:nvSpPr>
          <p:cNvPr id="12" name="TextBox 11">
            <a:extLst>
              <a:ext uri="{FF2B5EF4-FFF2-40B4-BE49-F238E27FC236}">
                <a16:creationId xmlns:a16="http://schemas.microsoft.com/office/drawing/2014/main" id="{B2B70664-3FC2-B37F-0F67-FD4B70AFB48B}"/>
              </a:ext>
            </a:extLst>
          </p:cNvPr>
          <p:cNvSpPr txBox="1"/>
          <p:nvPr/>
        </p:nvSpPr>
        <p:spPr>
          <a:xfrm>
            <a:off x="338666" y="4591526"/>
            <a:ext cx="3763777" cy="1077218"/>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5. Tick “Can see the consultation messages” if you would like to be able to chat with the invitee pre-consultation and during the consultation</a:t>
            </a:r>
          </a:p>
        </p:txBody>
      </p:sp>
    </p:spTree>
    <p:extLst>
      <p:ext uri="{BB962C8B-B14F-4D97-AF65-F5344CB8AC3E}">
        <p14:creationId xmlns:p14="http://schemas.microsoft.com/office/powerpoint/2010/main" val="532712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0C737-A03D-35BC-0F1C-DD6095CC42E9}"/>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BA05737B-D44A-00E5-19E2-99DE2DD8DDA8}"/>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4F064927-2971-3610-88DA-3E850595F4BF}"/>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Create a Consultation Appointment</a:t>
            </a:r>
          </a:p>
        </p:txBody>
      </p:sp>
      <p:sp>
        <p:nvSpPr>
          <p:cNvPr id="3" name="TextBox 2">
            <a:extLst>
              <a:ext uri="{FF2B5EF4-FFF2-40B4-BE49-F238E27FC236}">
                <a16:creationId xmlns:a16="http://schemas.microsoft.com/office/drawing/2014/main" id="{B2516B39-9DE2-5F24-30EB-19A3FC4CE06D}"/>
              </a:ext>
            </a:extLst>
          </p:cNvPr>
          <p:cNvSpPr txBox="1"/>
          <p:nvPr/>
        </p:nvSpPr>
        <p:spPr>
          <a:xfrm>
            <a:off x="338667" y="1039490"/>
            <a:ext cx="4537208"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To add existing project colleagues with an account on the platform, select ”Existing User”</a:t>
            </a:r>
          </a:p>
        </p:txBody>
      </p:sp>
      <p:sp>
        <p:nvSpPr>
          <p:cNvPr id="7" name="TextBox 6">
            <a:extLst>
              <a:ext uri="{FF2B5EF4-FFF2-40B4-BE49-F238E27FC236}">
                <a16:creationId xmlns:a16="http://schemas.microsoft.com/office/drawing/2014/main" id="{3BF7D28E-F4D4-B347-64DC-DB5F3BD64FC8}"/>
              </a:ext>
            </a:extLst>
          </p:cNvPr>
          <p:cNvSpPr txBox="1"/>
          <p:nvPr/>
        </p:nvSpPr>
        <p:spPr>
          <a:xfrm>
            <a:off x="338665" y="1880144"/>
            <a:ext cx="3751421"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Select contact from the drop down list</a:t>
            </a:r>
          </a:p>
        </p:txBody>
      </p:sp>
      <p:sp>
        <p:nvSpPr>
          <p:cNvPr id="11" name="TextBox 10">
            <a:extLst>
              <a:ext uri="{FF2B5EF4-FFF2-40B4-BE49-F238E27FC236}">
                <a16:creationId xmlns:a16="http://schemas.microsoft.com/office/drawing/2014/main" id="{E24CD7EE-88BD-D673-44B3-06440DD24F7F}"/>
              </a:ext>
            </a:extLst>
          </p:cNvPr>
          <p:cNvSpPr txBox="1"/>
          <p:nvPr/>
        </p:nvSpPr>
        <p:spPr>
          <a:xfrm>
            <a:off x="8487576" y="2849607"/>
            <a:ext cx="3458891"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4. Select “+ Add this participant”</a:t>
            </a:r>
          </a:p>
        </p:txBody>
      </p:sp>
      <p:sp>
        <p:nvSpPr>
          <p:cNvPr id="12" name="TextBox 11">
            <a:extLst>
              <a:ext uri="{FF2B5EF4-FFF2-40B4-BE49-F238E27FC236}">
                <a16:creationId xmlns:a16="http://schemas.microsoft.com/office/drawing/2014/main" id="{87B2C3C2-CD72-672D-E51D-750360673727}"/>
              </a:ext>
            </a:extLst>
          </p:cNvPr>
          <p:cNvSpPr txBox="1"/>
          <p:nvPr/>
        </p:nvSpPr>
        <p:spPr>
          <a:xfrm>
            <a:off x="338665" y="2357970"/>
            <a:ext cx="4537208"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3. Tick “Can see the consultation messages”</a:t>
            </a:r>
          </a:p>
        </p:txBody>
      </p:sp>
      <p:pic>
        <p:nvPicPr>
          <p:cNvPr id="14" name="Picture 13">
            <a:extLst>
              <a:ext uri="{FF2B5EF4-FFF2-40B4-BE49-F238E27FC236}">
                <a16:creationId xmlns:a16="http://schemas.microsoft.com/office/drawing/2014/main" id="{6951185D-E5C5-092D-B8B3-7BC1B60FC06B}"/>
              </a:ext>
            </a:extLst>
          </p:cNvPr>
          <p:cNvPicPr>
            <a:picLocks noChangeAspect="1"/>
          </p:cNvPicPr>
          <p:nvPr/>
        </p:nvPicPr>
        <p:blipFill>
          <a:blip r:embed="rId3"/>
          <a:stretch>
            <a:fillRect/>
          </a:stretch>
        </p:blipFill>
        <p:spPr>
          <a:xfrm>
            <a:off x="4957812" y="533937"/>
            <a:ext cx="3403049" cy="2738085"/>
          </a:xfrm>
          <a:prstGeom prst="rect">
            <a:avLst/>
          </a:prstGeom>
        </p:spPr>
      </p:pic>
      <p:pic>
        <p:nvPicPr>
          <p:cNvPr id="16" name="Picture 15">
            <a:extLst>
              <a:ext uri="{FF2B5EF4-FFF2-40B4-BE49-F238E27FC236}">
                <a16:creationId xmlns:a16="http://schemas.microsoft.com/office/drawing/2014/main" id="{2F4EC632-6B04-BA12-83D8-BBCA8BAD77DB}"/>
              </a:ext>
            </a:extLst>
          </p:cNvPr>
          <p:cNvPicPr>
            <a:picLocks noChangeAspect="1"/>
          </p:cNvPicPr>
          <p:nvPr/>
        </p:nvPicPr>
        <p:blipFill>
          <a:blip r:embed="rId4"/>
          <a:srcRect t="75837"/>
          <a:stretch>
            <a:fillRect/>
          </a:stretch>
        </p:blipFill>
        <p:spPr>
          <a:xfrm>
            <a:off x="1151743" y="3875464"/>
            <a:ext cx="7209118" cy="1657115"/>
          </a:xfrm>
          <a:prstGeom prst="rect">
            <a:avLst/>
          </a:prstGeom>
        </p:spPr>
      </p:pic>
      <p:sp>
        <p:nvSpPr>
          <p:cNvPr id="17" name="TextBox 16">
            <a:extLst>
              <a:ext uri="{FF2B5EF4-FFF2-40B4-BE49-F238E27FC236}">
                <a16:creationId xmlns:a16="http://schemas.microsoft.com/office/drawing/2014/main" id="{E6ECA26E-FAE6-1868-BF93-17DD9D44E302}"/>
              </a:ext>
            </a:extLst>
          </p:cNvPr>
          <p:cNvSpPr txBox="1"/>
          <p:nvPr/>
        </p:nvSpPr>
        <p:spPr>
          <a:xfrm>
            <a:off x="8487575" y="5065241"/>
            <a:ext cx="3458891"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5. Select “Create Follow-up” once all participants have been added</a:t>
            </a:r>
          </a:p>
        </p:txBody>
      </p:sp>
    </p:spTree>
    <p:extLst>
      <p:ext uri="{BB962C8B-B14F-4D97-AF65-F5344CB8AC3E}">
        <p14:creationId xmlns:p14="http://schemas.microsoft.com/office/powerpoint/2010/main" val="189237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6C67-3C8B-596E-E44A-98F5346DFEF5}"/>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562585BD-A766-FA4D-0E86-902F4CAC36E6}"/>
              </a:ext>
            </a:extLst>
          </p:cNvPr>
          <p:cNvPicPr>
            <a:picLocks noChangeAspect="1"/>
          </p:cNvPicPr>
          <p:nvPr/>
        </p:nvPicPr>
        <p:blipFill>
          <a:blip r:embed="rId4"/>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E1B44B39-3225-CD62-ADF7-47DAF81F0BA2}"/>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Consultation Details, Appointment Links and Pre-Consultation Chat</a:t>
            </a:r>
          </a:p>
        </p:txBody>
      </p:sp>
      <p:sp>
        <p:nvSpPr>
          <p:cNvPr id="3" name="TextBox 2">
            <a:extLst>
              <a:ext uri="{FF2B5EF4-FFF2-40B4-BE49-F238E27FC236}">
                <a16:creationId xmlns:a16="http://schemas.microsoft.com/office/drawing/2014/main" id="{260C43CC-142B-5794-7776-59E71DE9535C}"/>
              </a:ext>
            </a:extLst>
          </p:cNvPr>
          <p:cNvSpPr txBox="1"/>
          <p:nvPr/>
        </p:nvSpPr>
        <p:spPr>
          <a:xfrm>
            <a:off x="338666" y="910840"/>
            <a:ext cx="4163759"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After creating the Follow-up go to Follow-ups/Consultations and Scheduled</a:t>
            </a:r>
          </a:p>
        </p:txBody>
      </p:sp>
      <p:sp>
        <p:nvSpPr>
          <p:cNvPr id="19" name="TextBox 18">
            <a:extLst>
              <a:ext uri="{FF2B5EF4-FFF2-40B4-BE49-F238E27FC236}">
                <a16:creationId xmlns:a16="http://schemas.microsoft.com/office/drawing/2014/main" id="{15E15EC1-E967-18FE-DCE3-ECD41BE2E6E5}"/>
              </a:ext>
            </a:extLst>
          </p:cNvPr>
          <p:cNvSpPr txBox="1"/>
          <p:nvPr/>
        </p:nvSpPr>
        <p:spPr>
          <a:xfrm>
            <a:off x="338666" y="4146911"/>
            <a:ext cx="575733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Click on the consultation to open the Follow-Up details</a:t>
            </a:r>
          </a:p>
        </p:txBody>
      </p:sp>
      <p:pic>
        <p:nvPicPr>
          <p:cNvPr id="6" name="Picture 5">
            <a:extLst>
              <a:ext uri="{FF2B5EF4-FFF2-40B4-BE49-F238E27FC236}">
                <a16:creationId xmlns:a16="http://schemas.microsoft.com/office/drawing/2014/main" id="{B2048010-FDF6-7D4C-B030-E779081FD95C}"/>
              </a:ext>
            </a:extLst>
          </p:cNvPr>
          <p:cNvPicPr>
            <a:picLocks noChangeAspect="1"/>
          </p:cNvPicPr>
          <p:nvPr/>
        </p:nvPicPr>
        <p:blipFill>
          <a:blip r:embed="rId5"/>
          <a:stretch>
            <a:fillRect/>
          </a:stretch>
        </p:blipFill>
        <p:spPr>
          <a:xfrm>
            <a:off x="499731" y="1605355"/>
            <a:ext cx="7772400" cy="2253830"/>
          </a:xfrm>
          <a:prstGeom prst="rect">
            <a:avLst/>
          </a:prstGeom>
        </p:spPr>
      </p:pic>
      <p:sp>
        <p:nvSpPr>
          <p:cNvPr id="10" name="Frame 9">
            <a:extLst>
              <a:ext uri="{FF2B5EF4-FFF2-40B4-BE49-F238E27FC236}">
                <a16:creationId xmlns:a16="http://schemas.microsoft.com/office/drawing/2014/main" id="{B568DAE3-A489-4385-80CC-6F67A092DA6D}"/>
              </a:ext>
            </a:extLst>
          </p:cNvPr>
          <p:cNvSpPr/>
          <p:nvPr/>
        </p:nvSpPr>
        <p:spPr>
          <a:xfrm>
            <a:off x="338666" y="2484656"/>
            <a:ext cx="1755948" cy="67321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CA0AFD81-717E-DC4F-3101-A9F61667C32E}"/>
              </a:ext>
            </a:extLst>
          </p:cNvPr>
          <p:cNvSpPr/>
          <p:nvPr/>
        </p:nvSpPr>
        <p:spPr>
          <a:xfrm>
            <a:off x="4340051" y="2484655"/>
            <a:ext cx="2581743" cy="620279"/>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0970676"/>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D501-6627-ABE8-05CE-3F4694E0CF8C}"/>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27F62412-4824-BB6E-4187-F6E53BEC9222}"/>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ED149595-1E69-B721-91E8-EEEF751A1627}"/>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Consultation Details, Appointment Links and Pre-Consultation Chat</a:t>
            </a:r>
          </a:p>
        </p:txBody>
      </p:sp>
      <p:pic>
        <p:nvPicPr>
          <p:cNvPr id="7" name="Picture 6">
            <a:extLst>
              <a:ext uri="{FF2B5EF4-FFF2-40B4-BE49-F238E27FC236}">
                <a16:creationId xmlns:a16="http://schemas.microsoft.com/office/drawing/2014/main" id="{A1790C7A-84DF-8AE0-97BB-7E0AFB4F047A}"/>
              </a:ext>
            </a:extLst>
          </p:cNvPr>
          <p:cNvPicPr>
            <a:picLocks noChangeAspect="1"/>
          </p:cNvPicPr>
          <p:nvPr/>
        </p:nvPicPr>
        <p:blipFill>
          <a:blip r:embed="rId4"/>
          <a:stretch>
            <a:fillRect/>
          </a:stretch>
        </p:blipFill>
        <p:spPr>
          <a:xfrm>
            <a:off x="3119868" y="664865"/>
            <a:ext cx="5524401" cy="5035788"/>
          </a:xfrm>
          <a:prstGeom prst="rect">
            <a:avLst/>
          </a:prstGeom>
        </p:spPr>
      </p:pic>
      <p:sp>
        <p:nvSpPr>
          <p:cNvPr id="8" name="TextBox 7">
            <a:extLst>
              <a:ext uri="{FF2B5EF4-FFF2-40B4-BE49-F238E27FC236}">
                <a16:creationId xmlns:a16="http://schemas.microsoft.com/office/drawing/2014/main" id="{0CF44E8B-D43D-BC3B-D0AE-6AFC795CB3EC}"/>
              </a:ext>
            </a:extLst>
          </p:cNvPr>
          <p:cNvSpPr txBox="1"/>
          <p:nvPr/>
        </p:nvSpPr>
        <p:spPr>
          <a:xfrm>
            <a:off x="338667" y="1229210"/>
            <a:ext cx="2572829" cy="1077218"/>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Follow Up Details – See the summary of the details entered when creating the consultation</a:t>
            </a:r>
          </a:p>
        </p:txBody>
      </p:sp>
      <p:sp>
        <p:nvSpPr>
          <p:cNvPr id="9" name="TextBox 8">
            <a:extLst>
              <a:ext uri="{FF2B5EF4-FFF2-40B4-BE49-F238E27FC236}">
                <a16:creationId xmlns:a16="http://schemas.microsoft.com/office/drawing/2014/main" id="{5F6AB3F6-C535-5818-877F-A671E0691A6C}"/>
              </a:ext>
            </a:extLst>
          </p:cNvPr>
          <p:cNvSpPr txBox="1"/>
          <p:nvPr/>
        </p:nvSpPr>
        <p:spPr>
          <a:xfrm>
            <a:off x="326208" y="2992170"/>
            <a:ext cx="2572829" cy="1569660"/>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Appointment/Call Participants and Links – you can edit participants, copy the appointment links for participants and start the call here</a:t>
            </a:r>
          </a:p>
        </p:txBody>
      </p:sp>
      <p:sp>
        <p:nvSpPr>
          <p:cNvPr id="11" name="Frame 10">
            <a:extLst>
              <a:ext uri="{FF2B5EF4-FFF2-40B4-BE49-F238E27FC236}">
                <a16:creationId xmlns:a16="http://schemas.microsoft.com/office/drawing/2014/main" id="{73E66271-08DF-9E97-1C1D-87B459457D3E}"/>
              </a:ext>
            </a:extLst>
          </p:cNvPr>
          <p:cNvSpPr/>
          <p:nvPr/>
        </p:nvSpPr>
        <p:spPr>
          <a:xfrm>
            <a:off x="5005624" y="4822884"/>
            <a:ext cx="1001771" cy="493396"/>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08C5FC46-AC08-1B49-B9F8-A84FE49AA9C6}"/>
              </a:ext>
            </a:extLst>
          </p:cNvPr>
          <p:cNvSpPr txBox="1"/>
          <p:nvPr/>
        </p:nvSpPr>
        <p:spPr>
          <a:xfrm>
            <a:off x="8753787" y="1191015"/>
            <a:ext cx="2572829" cy="1077218"/>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4.  Pre-consultation chats can be sent and viewed here if activated when creating the follow-up</a:t>
            </a:r>
          </a:p>
        </p:txBody>
      </p:sp>
      <p:sp>
        <p:nvSpPr>
          <p:cNvPr id="13" name="TextBox 12">
            <a:extLst>
              <a:ext uri="{FF2B5EF4-FFF2-40B4-BE49-F238E27FC236}">
                <a16:creationId xmlns:a16="http://schemas.microsoft.com/office/drawing/2014/main" id="{22CA37DD-9C46-B8C8-2EB4-2054C60E0E59}"/>
              </a:ext>
            </a:extLst>
          </p:cNvPr>
          <p:cNvSpPr txBox="1"/>
          <p:nvPr/>
        </p:nvSpPr>
        <p:spPr>
          <a:xfrm>
            <a:off x="326208" y="5155823"/>
            <a:ext cx="2572829"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3.  Edit or Cancel an appointment</a:t>
            </a:r>
          </a:p>
        </p:txBody>
      </p:sp>
      <p:sp>
        <p:nvSpPr>
          <p:cNvPr id="14" name="Frame 13">
            <a:extLst>
              <a:ext uri="{FF2B5EF4-FFF2-40B4-BE49-F238E27FC236}">
                <a16:creationId xmlns:a16="http://schemas.microsoft.com/office/drawing/2014/main" id="{41492349-DC81-8C6E-3082-B0075138C458}"/>
              </a:ext>
            </a:extLst>
          </p:cNvPr>
          <p:cNvSpPr/>
          <p:nvPr/>
        </p:nvSpPr>
        <p:spPr>
          <a:xfrm>
            <a:off x="3783023" y="5316280"/>
            <a:ext cx="1113083" cy="38437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80280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761CF-6AD9-83CA-1637-70142F7DBB55}"/>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39153C0D-2797-4746-AF05-AC88A6986BE6}"/>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DBB08FD1-E4CE-A18E-E81D-B220F6A33678}"/>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Start a Call</a:t>
            </a:r>
          </a:p>
        </p:txBody>
      </p:sp>
      <p:pic>
        <p:nvPicPr>
          <p:cNvPr id="3" name="Picture 2">
            <a:extLst>
              <a:ext uri="{FF2B5EF4-FFF2-40B4-BE49-F238E27FC236}">
                <a16:creationId xmlns:a16="http://schemas.microsoft.com/office/drawing/2014/main" id="{E22FAB4C-63DE-A3B7-DE34-653A4EBFE5EA}"/>
              </a:ext>
            </a:extLst>
          </p:cNvPr>
          <p:cNvPicPr>
            <a:picLocks noChangeAspect="1"/>
          </p:cNvPicPr>
          <p:nvPr/>
        </p:nvPicPr>
        <p:blipFill>
          <a:blip r:embed="rId4"/>
          <a:srcRect t="46339" r="36184"/>
          <a:stretch>
            <a:fillRect/>
          </a:stretch>
        </p:blipFill>
        <p:spPr>
          <a:xfrm>
            <a:off x="5118789" y="889325"/>
            <a:ext cx="5664589" cy="4341893"/>
          </a:xfrm>
          <a:prstGeom prst="rect">
            <a:avLst/>
          </a:prstGeom>
        </p:spPr>
      </p:pic>
      <p:sp>
        <p:nvSpPr>
          <p:cNvPr id="7" name="Frame 6">
            <a:extLst>
              <a:ext uri="{FF2B5EF4-FFF2-40B4-BE49-F238E27FC236}">
                <a16:creationId xmlns:a16="http://schemas.microsoft.com/office/drawing/2014/main" id="{9EFF6EE4-1D4D-3020-3D75-A8CC8B180507}"/>
              </a:ext>
            </a:extLst>
          </p:cNvPr>
          <p:cNvSpPr/>
          <p:nvPr/>
        </p:nvSpPr>
        <p:spPr>
          <a:xfrm>
            <a:off x="5505354" y="4652763"/>
            <a:ext cx="1001771" cy="493396"/>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63ABE634-D818-FD37-1D52-C7CF6DE7D463}"/>
              </a:ext>
            </a:extLst>
          </p:cNvPr>
          <p:cNvSpPr txBox="1"/>
          <p:nvPr/>
        </p:nvSpPr>
        <p:spPr>
          <a:xfrm>
            <a:off x="338667" y="1229210"/>
            <a:ext cx="464800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Click Join to start the call</a:t>
            </a:r>
          </a:p>
        </p:txBody>
      </p:sp>
    </p:spTree>
    <p:extLst>
      <p:ext uri="{BB962C8B-B14F-4D97-AF65-F5344CB8AC3E}">
        <p14:creationId xmlns:p14="http://schemas.microsoft.com/office/powerpoint/2010/main" val="296656890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8ADD-2380-3AF7-827F-0EF4C05F3710}"/>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7C1D908F-9171-EA11-38A6-82F4080CA36B}"/>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D6395F5E-D08D-8DF4-621D-BC05960E5FA3}"/>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Start a Call</a:t>
            </a:r>
          </a:p>
        </p:txBody>
      </p:sp>
      <p:sp>
        <p:nvSpPr>
          <p:cNvPr id="8" name="TextBox 7">
            <a:extLst>
              <a:ext uri="{FF2B5EF4-FFF2-40B4-BE49-F238E27FC236}">
                <a16:creationId xmlns:a16="http://schemas.microsoft.com/office/drawing/2014/main" id="{248EA4AE-D60C-F991-BA41-DE056D31864B}"/>
              </a:ext>
            </a:extLst>
          </p:cNvPr>
          <p:cNvSpPr txBox="1"/>
          <p:nvPr/>
        </p:nvSpPr>
        <p:spPr>
          <a:xfrm>
            <a:off x="338667" y="835806"/>
            <a:ext cx="464800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Confirm your device settings and click ”Join Now”</a:t>
            </a:r>
          </a:p>
        </p:txBody>
      </p:sp>
      <p:pic>
        <p:nvPicPr>
          <p:cNvPr id="6" name="Picture 5">
            <a:extLst>
              <a:ext uri="{FF2B5EF4-FFF2-40B4-BE49-F238E27FC236}">
                <a16:creationId xmlns:a16="http://schemas.microsoft.com/office/drawing/2014/main" id="{C753F0BA-2D5F-FD0D-BEF9-BE47BA9DC764}"/>
              </a:ext>
            </a:extLst>
          </p:cNvPr>
          <p:cNvPicPr>
            <a:picLocks noChangeAspect="1"/>
          </p:cNvPicPr>
          <p:nvPr/>
        </p:nvPicPr>
        <p:blipFill>
          <a:blip r:embed="rId3"/>
          <a:stretch>
            <a:fillRect/>
          </a:stretch>
        </p:blipFill>
        <p:spPr>
          <a:xfrm>
            <a:off x="416444" y="1270314"/>
            <a:ext cx="4033862" cy="1990191"/>
          </a:xfrm>
          <a:prstGeom prst="rect">
            <a:avLst/>
          </a:prstGeom>
        </p:spPr>
      </p:pic>
      <p:sp>
        <p:nvSpPr>
          <p:cNvPr id="7" name="Frame 6">
            <a:extLst>
              <a:ext uri="{FF2B5EF4-FFF2-40B4-BE49-F238E27FC236}">
                <a16:creationId xmlns:a16="http://schemas.microsoft.com/office/drawing/2014/main" id="{9B2A6FD3-4047-57EF-33E5-DE7C084D5AF4}"/>
              </a:ext>
            </a:extLst>
          </p:cNvPr>
          <p:cNvSpPr/>
          <p:nvPr/>
        </p:nvSpPr>
        <p:spPr>
          <a:xfrm>
            <a:off x="2847216" y="2878142"/>
            <a:ext cx="799753" cy="446418"/>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9">
            <a:extLst>
              <a:ext uri="{FF2B5EF4-FFF2-40B4-BE49-F238E27FC236}">
                <a16:creationId xmlns:a16="http://schemas.microsoft.com/office/drawing/2014/main" id="{87C06609-3B8C-486C-F649-0FD8A2DA04DC}"/>
              </a:ext>
            </a:extLst>
          </p:cNvPr>
          <p:cNvPicPr>
            <a:picLocks noChangeAspect="1"/>
          </p:cNvPicPr>
          <p:nvPr/>
        </p:nvPicPr>
        <p:blipFill>
          <a:blip r:embed="rId4"/>
          <a:stretch>
            <a:fillRect/>
          </a:stretch>
        </p:blipFill>
        <p:spPr>
          <a:xfrm>
            <a:off x="5811927" y="1174360"/>
            <a:ext cx="5842719" cy="2086145"/>
          </a:xfrm>
          <a:prstGeom prst="rect">
            <a:avLst/>
          </a:prstGeom>
        </p:spPr>
      </p:pic>
      <p:sp>
        <p:nvSpPr>
          <p:cNvPr id="12" name="TextBox 11">
            <a:extLst>
              <a:ext uri="{FF2B5EF4-FFF2-40B4-BE49-F238E27FC236}">
                <a16:creationId xmlns:a16="http://schemas.microsoft.com/office/drawing/2014/main" id="{3B0FFB6E-1A59-8206-DF57-A0E7610F9228}"/>
              </a:ext>
            </a:extLst>
          </p:cNvPr>
          <p:cNvSpPr txBox="1"/>
          <p:nvPr/>
        </p:nvSpPr>
        <p:spPr>
          <a:xfrm>
            <a:off x="5867411" y="3783342"/>
            <a:ext cx="1397196"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Mute/Unmute</a:t>
            </a:r>
          </a:p>
        </p:txBody>
      </p:sp>
      <p:sp>
        <p:nvSpPr>
          <p:cNvPr id="13" name="TextBox 12">
            <a:extLst>
              <a:ext uri="{FF2B5EF4-FFF2-40B4-BE49-F238E27FC236}">
                <a16:creationId xmlns:a16="http://schemas.microsoft.com/office/drawing/2014/main" id="{58005F72-674E-F142-C7F1-54F046179CC5}"/>
              </a:ext>
            </a:extLst>
          </p:cNvPr>
          <p:cNvSpPr txBox="1"/>
          <p:nvPr/>
        </p:nvSpPr>
        <p:spPr>
          <a:xfrm>
            <a:off x="7388841" y="3770000"/>
            <a:ext cx="883290"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Enable/Disable video</a:t>
            </a:r>
          </a:p>
        </p:txBody>
      </p:sp>
      <p:sp>
        <p:nvSpPr>
          <p:cNvPr id="14" name="TextBox 13">
            <a:extLst>
              <a:ext uri="{FF2B5EF4-FFF2-40B4-BE49-F238E27FC236}">
                <a16:creationId xmlns:a16="http://schemas.microsoft.com/office/drawing/2014/main" id="{01AABABC-8A7F-7B1D-DD7D-9AEAD8CAEAA5}"/>
              </a:ext>
            </a:extLst>
          </p:cNvPr>
          <p:cNvSpPr txBox="1"/>
          <p:nvPr/>
        </p:nvSpPr>
        <p:spPr>
          <a:xfrm>
            <a:off x="8442252" y="3770000"/>
            <a:ext cx="883290"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Share screen</a:t>
            </a:r>
          </a:p>
        </p:txBody>
      </p:sp>
      <p:sp>
        <p:nvSpPr>
          <p:cNvPr id="15" name="TextBox 14">
            <a:extLst>
              <a:ext uri="{FF2B5EF4-FFF2-40B4-BE49-F238E27FC236}">
                <a16:creationId xmlns:a16="http://schemas.microsoft.com/office/drawing/2014/main" id="{C32A3C6B-EB6A-C111-139C-DC2B397FA8DC}"/>
              </a:ext>
            </a:extLst>
          </p:cNvPr>
          <p:cNvSpPr txBox="1"/>
          <p:nvPr/>
        </p:nvSpPr>
        <p:spPr>
          <a:xfrm>
            <a:off x="9200707" y="3769999"/>
            <a:ext cx="883290"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Open Chat</a:t>
            </a:r>
          </a:p>
        </p:txBody>
      </p:sp>
      <p:sp>
        <p:nvSpPr>
          <p:cNvPr id="16" name="TextBox 15">
            <a:extLst>
              <a:ext uri="{FF2B5EF4-FFF2-40B4-BE49-F238E27FC236}">
                <a16:creationId xmlns:a16="http://schemas.microsoft.com/office/drawing/2014/main" id="{134257BB-A43C-FF26-DDC7-FA6AA481ECF2}"/>
              </a:ext>
            </a:extLst>
          </p:cNvPr>
          <p:cNvSpPr txBox="1"/>
          <p:nvPr/>
        </p:nvSpPr>
        <p:spPr>
          <a:xfrm>
            <a:off x="9917796" y="3769996"/>
            <a:ext cx="1053411" cy="1569660"/>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Minimize Call Window (will not hang up the call)</a:t>
            </a:r>
          </a:p>
        </p:txBody>
      </p:sp>
      <p:sp>
        <p:nvSpPr>
          <p:cNvPr id="17" name="TextBox 16">
            <a:extLst>
              <a:ext uri="{FF2B5EF4-FFF2-40B4-BE49-F238E27FC236}">
                <a16:creationId xmlns:a16="http://schemas.microsoft.com/office/drawing/2014/main" id="{2D397920-26BE-D398-1D32-0E0E593799F1}"/>
              </a:ext>
            </a:extLst>
          </p:cNvPr>
          <p:cNvSpPr txBox="1"/>
          <p:nvPr/>
        </p:nvSpPr>
        <p:spPr>
          <a:xfrm>
            <a:off x="10871773" y="3769997"/>
            <a:ext cx="88329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End Call</a:t>
            </a:r>
          </a:p>
        </p:txBody>
      </p:sp>
      <p:cxnSp>
        <p:nvCxnSpPr>
          <p:cNvPr id="19" name="Straight Arrow Connector 18">
            <a:extLst>
              <a:ext uri="{FF2B5EF4-FFF2-40B4-BE49-F238E27FC236}">
                <a16:creationId xmlns:a16="http://schemas.microsoft.com/office/drawing/2014/main" id="{E223A189-06EE-A85F-EE12-AD925DB21B25}"/>
              </a:ext>
            </a:extLst>
          </p:cNvPr>
          <p:cNvCxnSpPr>
            <a:cxnSpLocks/>
          </p:cNvCxnSpPr>
          <p:nvPr/>
        </p:nvCxnSpPr>
        <p:spPr>
          <a:xfrm flipV="1">
            <a:off x="6751674" y="3260505"/>
            <a:ext cx="0" cy="5368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AA47E5F-AA39-E8AD-7691-80A47F70D93A}"/>
              </a:ext>
            </a:extLst>
          </p:cNvPr>
          <p:cNvCxnSpPr>
            <a:cxnSpLocks/>
            <a:stCxn id="13" idx="0"/>
          </p:cNvCxnSpPr>
          <p:nvPr/>
        </p:nvCxnSpPr>
        <p:spPr>
          <a:xfrm flipV="1">
            <a:off x="7830486" y="3246834"/>
            <a:ext cx="0" cy="523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3F41721-95EF-5333-1ED8-D221BBC4F9D0}"/>
              </a:ext>
            </a:extLst>
          </p:cNvPr>
          <p:cNvCxnSpPr>
            <a:cxnSpLocks/>
          </p:cNvCxnSpPr>
          <p:nvPr/>
        </p:nvCxnSpPr>
        <p:spPr>
          <a:xfrm flipV="1">
            <a:off x="8790406" y="3246830"/>
            <a:ext cx="0" cy="523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42C6718-1781-BA0D-F608-D0AAF6BA01C8}"/>
              </a:ext>
            </a:extLst>
          </p:cNvPr>
          <p:cNvCxnSpPr>
            <a:cxnSpLocks/>
          </p:cNvCxnSpPr>
          <p:nvPr/>
        </p:nvCxnSpPr>
        <p:spPr>
          <a:xfrm flipV="1">
            <a:off x="9471444" y="3246834"/>
            <a:ext cx="0" cy="523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A82EE86-1390-FF72-9AEB-622CCE07CCF5}"/>
              </a:ext>
            </a:extLst>
          </p:cNvPr>
          <p:cNvCxnSpPr>
            <a:cxnSpLocks/>
          </p:cNvCxnSpPr>
          <p:nvPr/>
        </p:nvCxnSpPr>
        <p:spPr>
          <a:xfrm flipV="1">
            <a:off x="10332681" y="3260505"/>
            <a:ext cx="0" cy="523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9A028DB-6897-0177-DCD5-7A92CFACC2CE}"/>
              </a:ext>
            </a:extLst>
          </p:cNvPr>
          <p:cNvCxnSpPr>
            <a:cxnSpLocks/>
          </p:cNvCxnSpPr>
          <p:nvPr/>
        </p:nvCxnSpPr>
        <p:spPr>
          <a:xfrm flipV="1">
            <a:off x="11130123" y="3260176"/>
            <a:ext cx="0" cy="5231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1383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5FC0-A0E5-709D-829C-F02ED97A1F67}"/>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4A44260F-E917-9AFE-1C8D-10F141C5E21E}"/>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9994B7BA-17FA-C2EC-4E87-B0617205A10B}"/>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Screen Sharing</a:t>
            </a:r>
          </a:p>
        </p:txBody>
      </p:sp>
      <p:sp>
        <p:nvSpPr>
          <p:cNvPr id="8" name="TextBox 7">
            <a:extLst>
              <a:ext uri="{FF2B5EF4-FFF2-40B4-BE49-F238E27FC236}">
                <a16:creationId xmlns:a16="http://schemas.microsoft.com/office/drawing/2014/main" id="{7FABCB24-EB88-F526-B563-663D647A4261}"/>
              </a:ext>
            </a:extLst>
          </p:cNvPr>
          <p:cNvSpPr txBox="1"/>
          <p:nvPr/>
        </p:nvSpPr>
        <p:spPr>
          <a:xfrm>
            <a:off x="338667" y="835806"/>
            <a:ext cx="464800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Select “Screen”</a:t>
            </a:r>
          </a:p>
        </p:txBody>
      </p:sp>
      <p:pic>
        <p:nvPicPr>
          <p:cNvPr id="10" name="Picture 9">
            <a:extLst>
              <a:ext uri="{FF2B5EF4-FFF2-40B4-BE49-F238E27FC236}">
                <a16:creationId xmlns:a16="http://schemas.microsoft.com/office/drawing/2014/main" id="{1E248D1A-3148-5321-CDAD-BD084F49583A}"/>
              </a:ext>
            </a:extLst>
          </p:cNvPr>
          <p:cNvPicPr>
            <a:picLocks noChangeAspect="1"/>
          </p:cNvPicPr>
          <p:nvPr/>
        </p:nvPicPr>
        <p:blipFill>
          <a:blip r:embed="rId3"/>
          <a:srcRect l="8826" t="78601" r="3970"/>
          <a:stretch>
            <a:fillRect/>
          </a:stretch>
        </p:blipFill>
        <p:spPr>
          <a:xfrm>
            <a:off x="459152" y="1282901"/>
            <a:ext cx="5095103" cy="446418"/>
          </a:xfrm>
          <a:prstGeom prst="rect">
            <a:avLst/>
          </a:prstGeom>
        </p:spPr>
      </p:pic>
      <p:sp>
        <p:nvSpPr>
          <p:cNvPr id="7" name="Frame 6">
            <a:extLst>
              <a:ext uri="{FF2B5EF4-FFF2-40B4-BE49-F238E27FC236}">
                <a16:creationId xmlns:a16="http://schemas.microsoft.com/office/drawing/2014/main" id="{E568FC42-FF5E-B3C9-928A-AB3A0F0C0B1B}"/>
              </a:ext>
            </a:extLst>
          </p:cNvPr>
          <p:cNvSpPr/>
          <p:nvPr/>
        </p:nvSpPr>
        <p:spPr>
          <a:xfrm>
            <a:off x="2351796" y="1174360"/>
            <a:ext cx="996885"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338DC787-027D-610E-337E-F7A877C4E89F}"/>
              </a:ext>
            </a:extLst>
          </p:cNvPr>
          <p:cNvPicPr>
            <a:picLocks noChangeAspect="1"/>
          </p:cNvPicPr>
          <p:nvPr/>
        </p:nvPicPr>
        <p:blipFill>
          <a:blip r:embed="rId4"/>
          <a:stretch>
            <a:fillRect/>
          </a:stretch>
        </p:blipFill>
        <p:spPr>
          <a:xfrm>
            <a:off x="6203860" y="1200805"/>
            <a:ext cx="5528988" cy="4568068"/>
          </a:xfrm>
          <a:prstGeom prst="rect">
            <a:avLst/>
          </a:prstGeom>
        </p:spPr>
      </p:pic>
      <p:sp>
        <p:nvSpPr>
          <p:cNvPr id="9" name="TextBox 8">
            <a:extLst>
              <a:ext uri="{FF2B5EF4-FFF2-40B4-BE49-F238E27FC236}">
                <a16:creationId xmlns:a16="http://schemas.microsoft.com/office/drawing/2014/main" id="{C5EEB25D-91B8-B7D4-A931-7FB2A39287DE}"/>
              </a:ext>
            </a:extLst>
          </p:cNvPr>
          <p:cNvSpPr txBox="1"/>
          <p:nvPr/>
        </p:nvSpPr>
        <p:spPr>
          <a:xfrm>
            <a:off x="6203860" y="835806"/>
            <a:ext cx="464800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Select what you would like to share and click Share</a:t>
            </a:r>
          </a:p>
        </p:txBody>
      </p:sp>
      <p:sp>
        <p:nvSpPr>
          <p:cNvPr id="11" name="Frame 10">
            <a:extLst>
              <a:ext uri="{FF2B5EF4-FFF2-40B4-BE49-F238E27FC236}">
                <a16:creationId xmlns:a16="http://schemas.microsoft.com/office/drawing/2014/main" id="{70615FE5-8984-E9FB-B5BE-1CF3C7576BEA}"/>
              </a:ext>
            </a:extLst>
          </p:cNvPr>
          <p:cNvSpPr/>
          <p:nvPr/>
        </p:nvSpPr>
        <p:spPr>
          <a:xfrm>
            <a:off x="10353420" y="4776587"/>
            <a:ext cx="996885"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a:extLst>
              <a:ext uri="{FF2B5EF4-FFF2-40B4-BE49-F238E27FC236}">
                <a16:creationId xmlns:a16="http://schemas.microsoft.com/office/drawing/2014/main" id="{F27B2709-9758-0093-14DC-C5F13EE0BA7B}"/>
              </a:ext>
            </a:extLst>
          </p:cNvPr>
          <p:cNvSpPr txBox="1"/>
          <p:nvPr/>
        </p:nvSpPr>
        <p:spPr>
          <a:xfrm>
            <a:off x="338666" y="2891537"/>
            <a:ext cx="4648003"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Note: You may need to adjust your device permissions to allow screen sharing of certain applications</a:t>
            </a:r>
          </a:p>
        </p:txBody>
      </p:sp>
    </p:spTree>
    <p:extLst>
      <p:ext uri="{BB962C8B-B14F-4D97-AF65-F5344CB8AC3E}">
        <p14:creationId xmlns:p14="http://schemas.microsoft.com/office/powerpoint/2010/main" val="550239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66655-0912-DAD3-9B52-1028D75FC0FF}"/>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16720705-AA4C-3DF5-11EA-916D0653F26A}"/>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500D641A-DC0B-8F77-DB6B-40C38FDBFA2A}"/>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Screen Sharing</a:t>
            </a:r>
          </a:p>
        </p:txBody>
      </p:sp>
      <p:sp>
        <p:nvSpPr>
          <p:cNvPr id="8" name="TextBox 7">
            <a:extLst>
              <a:ext uri="{FF2B5EF4-FFF2-40B4-BE49-F238E27FC236}">
                <a16:creationId xmlns:a16="http://schemas.microsoft.com/office/drawing/2014/main" id="{5DE22F5E-6E86-3B25-FE50-C1F7282A237A}"/>
              </a:ext>
            </a:extLst>
          </p:cNvPr>
          <p:cNvSpPr txBox="1"/>
          <p:nvPr/>
        </p:nvSpPr>
        <p:spPr>
          <a:xfrm>
            <a:off x="338667" y="835806"/>
            <a:ext cx="5209517"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3.  You should now see the screen that you are sharing within the call</a:t>
            </a:r>
          </a:p>
        </p:txBody>
      </p:sp>
      <p:sp>
        <p:nvSpPr>
          <p:cNvPr id="7" name="Frame 6">
            <a:extLst>
              <a:ext uri="{FF2B5EF4-FFF2-40B4-BE49-F238E27FC236}">
                <a16:creationId xmlns:a16="http://schemas.microsoft.com/office/drawing/2014/main" id="{F2E7DA25-3CBA-BCE5-2C04-8F2185218F29}"/>
              </a:ext>
            </a:extLst>
          </p:cNvPr>
          <p:cNvSpPr/>
          <p:nvPr/>
        </p:nvSpPr>
        <p:spPr>
          <a:xfrm>
            <a:off x="8752596" y="2846157"/>
            <a:ext cx="996885"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6A86CE8C-1E17-8955-87E3-D301414F6C69}"/>
              </a:ext>
            </a:extLst>
          </p:cNvPr>
          <p:cNvSpPr txBox="1"/>
          <p:nvPr/>
        </p:nvSpPr>
        <p:spPr>
          <a:xfrm>
            <a:off x="6203860" y="835806"/>
            <a:ext cx="464800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4.  Click “Stop Sharing” to end screen sharing</a:t>
            </a:r>
          </a:p>
        </p:txBody>
      </p:sp>
      <p:pic>
        <p:nvPicPr>
          <p:cNvPr id="12" name="Picture 11">
            <a:extLst>
              <a:ext uri="{FF2B5EF4-FFF2-40B4-BE49-F238E27FC236}">
                <a16:creationId xmlns:a16="http://schemas.microsoft.com/office/drawing/2014/main" id="{1EBF2C3A-68BB-BDC2-30C4-C6EAF901AEC4}"/>
              </a:ext>
            </a:extLst>
          </p:cNvPr>
          <p:cNvPicPr>
            <a:picLocks noChangeAspect="1"/>
          </p:cNvPicPr>
          <p:nvPr/>
        </p:nvPicPr>
        <p:blipFill>
          <a:blip r:embed="rId3"/>
          <a:stretch>
            <a:fillRect/>
          </a:stretch>
        </p:blipFill>
        <p:spPr>
          <a:xfrm>
            <a:off x="351311" y="1547725"/>
            <a:ext cx="5444008" cy="4077804"/>
          </a:xfrm>
          <a:prstGeom prst="rect">
            <a:avLst/>
          </a:prstGeom>
        </p:spPr>
      </p:pic>
      <p:pic>
        <p:nvPicPr>
          <p:cNvPr id="13" name="Picture 12">
            <a:extLst>
              <a:ext uri="{FF2B5EF4-FFF2-40B4-BE49-F238E27FC236}">
                <a16:creationId xmlns:a16="http://schemas.microsoft.com/office/drawing/2014/main" id="{BD589B39-B0B9-9F97-9789-08F19B92E8D2}"/>
              </a:ext>
            </a:extLst>
          </p:cNvPr>
          <p:cNvPicPr>
            <a:picLocks noChangeAspect="1"/>
          </p:cNvPicPr>
          <p:nvPr/>
        </p:nvPicPr>
        <p:blipFill>
          <a:blip r:embed="rId3"/>
          <a:srcRect l="29939" r="31399" b="79305"/>
          <a:stretch>
            <a:fillRect/>
          </a:stretch>
        </p:blipFill>
        <p:spPr>
          <a:xfrm>
            <a:off x="6355023" y="1547725"/>
            <a:ext cx="5402349" cy="2166085"/>
          </a:xfrm>
          <a:prstGeom prst="rect">
            <a:avLst/>
          </a:prstGeom>
        </p:spPr>
      </p:pic>
      <p:sp>
        <p:nvSpPr>
          <p:cNvPr id="11" name="Frame 10">
            <a:extLst>
              <a:ext uri="{FF2B5EF4-FFF2-40B4-BE49-F238E27FC236}">
                <a16:creationId xmlns:a16="http://schemas.microsoft.com/office/drawing/2014/main" id="{9C290931-1444-D101-85B6-0E8B7D112AE3}"/>
              </a:ext>
            </a:extLst>
          </p:cNvPr>
          <p:cNvSpPr/>
          <p:nvPr/>
        </p:nvSpPr>
        <p:spPr>
          <a:xfrm>
            <a:off x="9842621" y="1432938"/>
            <a:ext cx="1229033"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4739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1C4FD-9FF0-4F90-43A8-BCA99B881487}"/>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BCA23AA6-9BEF-FEAB-7BBB-7F922FF46F23}"/>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548BF8B5-4716-F248-2A60-96D877121BD2}"/>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Chat</a:t>
            </a:r>
          </a:p>
        </p:txBody>
      </p:sp>
      <p:sp>
        <p:nvSpPr>
          <p:cNvPr id="6" name="TextBox 5">
            <a:extLst>
              <a:ext uri="{FF2B5EF4-FFF2-40B4-BE49-F238E27FC236}">
                <a16:creationId xmlns:a16="http://schemas.microsoft.com/office/drawing/2014/main" id="{9A3086E2-963D-DDFD-1104-0189B573934B}"/>
              </a:ext>
            </a:extLst>
          </p:cNvPr>
          <p:cNvSpPr txBox="1"/>
          <p:nvPr/>
        </p:nvSpPr>
        <p:spPr>
          <a:xfrm>
            <a:off x="338667" y="812571"/>
            <a:ext cx="5110664"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You can start a chat in the Follow-Up menu if pre-consultation chats are activated or start/continue during a call by clicking on ”Chat”</a:t>
            </a:r>
          </a:p>
        </p:txBody>
      </p:sp>
      <p:sp>
        <p:nvSpPr>
          <p:cNvPr id="8" name="TextBox 7">
            <a:extLst>
              <a:ext uri="{FF2B5EF4-FFF2-40B4-BE49-F238E27FC236}">
                <a16:creationId xmlns:a16="http://schemas.microsoft.com/office/drawing/2014/main" id="{E2E9C7B7-05B9-565D-A3E1-0844D1037F66}"/>
              </a:ext>
            </a:extLst>
          </p:cNvPr>
          <p:cNvSpPr txBox="1"/>
          <p:nvPr/>
        </p:nvSpPr>
        <p:spPr>
          <a:xfrm>
            <a:off x="6485466" y="812571"/>
            <a:ext cx="4507653"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Send messages and attachments in the chat window</a:t>
            </a:r>
          </a:p>
        </p:txBody>
      </p:sp>
      <p:pic>
        <p:nvPicPr>
          <p:cNvPr id="3" name="Picture 2">
            <a:extLst>
              <a:ext uri="{FF2B5EF4-FFF2-40B4-BE49-F238E27FC236}">
                <a16:creationId xmlns:a16="http://schemas.microsoft.com/office/drawing/2014/main" id="{288E8890-4944-72E1-283C-F5D12CAECAAD}"/>
              </a:ext>
            </a:extLst>
          </p:cNvPr>
          <p:cNvPicPr>
            <a:picLocks noChangeAspect="1"/>
          </p:cNvPicPr>
          <p:nvPr/>
        </p:nvPicPr>
        <p:blipFill>
          <a:blip r:embed="rId3"/>
          <a:srcRect l="8826" t="78601" r="3970"/>
          <a:stretch>
            <a:fillRect/>
          </a:stretch>
        </p:blipFill>
        <p:spPr>
          <a:xfrm>
            <a:off x="338665" y="1779335"/>
            <a:ext cx="5095103" cy="446418"/>
          </a:xfrm>
          <a:prstGeom prst="rect">
            <a:avLst/>
          </a:prstGeom>
        </p:spPr>
      </p:pic>
      <p:sp>
        <p:nvSpPr>
          <p:cNvPr id="4" name="Frame 3">
            <a:extLst>
              <a:ext uri="{FF2B5EF4-FFF2-40B4-BE49-F238E27FC236}">
                <a16:creationId xmlns:a16="http://schemas.microsoft.com/office/drawing/2014/main" id="{63AF1947-B81C-8882-86E3-252F5233BB3C}"/>
              </a:ext>
            </a:extLst>
          </p:cNvPr>
          <p:cNvSpPr/>
          <p:nvPr/>
        </p:nvSpPr>
        <p:spPr>
          <a:xfrm>
            <a:off x="2997428" y="1678359"/>
            <a:ext cx="944377"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10">
            <a:extLst>
              <a:ext uri="{FF2B5EF4-FFF2-40B4-BE49-F238E27FC236}">
                <a16:creationId xmlns:a16="http://schemas.microsoft.com/office/drawing/2014/main" id="{14A3F83D-8AAA-8A6E-6EF7-A976EF157356}"/>
              </a:ext>
            </a:extLst>
          </p:cNvPr>
          <p:cNvPicPr>
            <a:picLocks noChangeAspect="1"/>
          </p:cNvPicPr>
          <p:nvPr/>
        </p:nvPicPr>
        <p:blipFill>
          <a:blip r:embed="rId4"/>
          <a:stretch>
            <a:fillRect/>
          </a:stretch>
        </p:blipFill>
        <p:spPr>
          <a:xfrm>
            <a:off x="6600568" y="1678359"/>
            <a:ext cx="3166419" cy="3552568"/>
          </a:xfrm>
          <a:prstGeom prst="rect">
            <a:avLst/>
          </a:prstGeom>
        </p:spPr>
      </p:pic>
      <p:sp>
        <p:nvSpPr>
          <p:cNvPr id="12" name="TextBox 11">
            <a:extLst>
              <a:ext uri="{FF2B5EF4-FFF2-40B4-BE49-F238E27FC236}">
                <a16:creationId xmlns:a16="http://schemas.microsoft.com/office/drawing/2014/main" id="{45808742-75C4-4691-E8EB-6C2E3C79A35E}"/>
              </a:ext>
            </a:extLst>
          </p:cNvPr>
          <p:cNvSpPr txBox="1"/>
          <p:nvPr/>
        </p:nvSpPr>
        <p:spPr>
          <a:xfrm>
            <a:off x="521272" y="4646152"/>
            <a:ext cx="450765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Note: Maximum file size is 10MB</a:t>
            </a:r>
          </a:p>
        </p:txBody>
      </p:sp>
    </p:spTree>
    <p:extLst>
      <p:ext uri="{BB962C8B-B14F-4D97-AF65-F5344CB8AC3E}">
        <p14:creationId xmlns:p14="http://schemas.microsoft.com/office/powerpoint/2010/main" val="1672875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605D-EA18-2D8F-92D1-8A4FD305ABAA}"/>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84DF2F07-A52C-003F-D17A-4CA278177968}"/>
              </a:ext>
            </a:extLst>
          </p:cNvPr>
          <p:cNvPicPr>
            <a:picLocks noChangeAspect="1"/>
          </p:cNvPicPr>
          <p:nvPr/>
        </p:nvPicPr>
        <p:blipFill>
          <a:blip r:embed="rId2"/>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36AD9F21-4149-97EB-9819-B5E09B37A51E}"/>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Leave/End Call</a:t>
            </a:r>
          </a:p>
        </p:txBody>
      </p:sp>
      <p:sp>
        <p:nvSpPr>
          <p:cNvPr id="6" name="TextBox 5">
            <a:extLst>
              <a:ext uri="{FF2B5EF4-FFF2-40B4-BE49-F238E27FC236}">
                <a16:creationId xmlns:a16="http://schemas.microsoft.com/office/drawing/2014/main" id="{62573F62-0289-7D27-765B-C21FA2F7BE73}"/>
              </a:ext>
            </a:extLst>
          </p:cNvPr>
          <p:cNvSpPr txBox="1"/>
          <p:nvPr/>
        </p:nvSpPr>
        <p:spPr>
          <a:xfrm>
            <a:off x="338667" y="812571"/>
            <a:ext cx="5110664"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Click on “Leave” to leave the call.  The consultation will end once all participants have left the call. </a:t>
            </a:r>
          </a:p>
        </p:txBody>
      </p:sp>
      <p:pic>
        <p:nvPicPr>
          <p:cNvPr id="3" name="Picture 2">
            <a:extLst>
              <a:ext uri="{FF2B5EF4-FFF2-40B4-BE49-F238E27FC236}">
                <a16:creationId xmlns:a16="http://schemas.microsoft.com/office/drawing/2014/main" id="{0694A289-3C75-C855-41CA-707BDD0109D1}"/>
              </a:ext>
            </a:extLst>
          </p:cNvPr>
          <p:cNvPicPr>
            <a:picLocks noChangeAspect="1"/>
          </p:cNvPicPr>
          <p:nvPr/>
        </p:nvPicPr>
        <p:blipFill>
          <a:blip r:embed="rId3"/>
          <a:srcRect l="8826" t="78601" r="3970"/>
          <a:stretch>
            <a:fillRect/>
          </a:stretch>
        </p:blipFill>
        <p:spPr>
          <a:xfrm>
            <a:off x="338665" y="1779335"/>
            <a:ext cx="5095103" cy="446418"/>
          </a:xfrm>
          <a:prstGeom prst="rect">
            <a:avLst/>
          </a:prstGeom>
        </p:spPr>
      </p:pic>
      <p:sp>
        <p:nvSpPr>
          <p:cNvPr id="4" name="Frame 3">
            <a:extLst>
              <a:ext uri="{FF2B5EF4-FFF2-40B4-BE49-F238E27FC236}">
                <a16:creationId xmlns:a16="http://schemas.microsoft.com/office/drawing/2014/main" id="{570B1ACE-76F9-42F0-7C10-8ED86165AF43}"/>
              </a:ext>
            </a:extLst>
          </p:cNvPr>
          <p:cNvSpPr/>
          <p:nvPr/>
        </p:nvSpPr>
        <p:spPr>
          <a:xfrm>
            <a:off x="4477904" y="1662967"/>
            <a:ext cx="1102042"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1384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4FF49-B046-517D-904C-42D9340E5E7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687CEAB-30D4-E56F-5ABC-568554913CCE}"/>
              </a:ext>
            </a:extLst>
          </p:cNvPr>
          <p:cNvPicPr>
            <a:picLocks noChangeAspect="1"/>
          </p:cNvPicPr>
          <p:nvPr/>
        </p:nvPicPr>
        <p:blipFill>
          <a:blip r:embed="rId2"/>
          <a:stretch>
            <a:fillRect/>
          </a:stretch>
        </p:blipFill>
        <p:spPr>
          <a:xfrm>
            <a:off x="469557" y="1585241"/>
            <a:ext cx="7772400" cy="4022181"/>
          </a:xfrm>
          <a:prstGeom prst="rect">
            <a:avLst/>
          </a:prstGeom>
        </p:spPr>
      </p:pic>
      <p:pic>
        <p:nvPicPr>
          <p:cNvPr id="5" name="Picture 4" descr="A red and white pattern&#10;&#10;AI-generated content may be incorrect.">
            <a:extLst>
              <a:ext uri="{FF2B5EF4-FFF2-40B4-BE49-F238E27FC236}">
                <a16:creationId xmlns:a16="http://schemas.microsoft.com/office/drawing/2014/main" id="{188466EA-0C10-E71F-E274-4098C4A0DA69}"/>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A1CDB3E8-977C-80A4-3F7E-861F1E436159}"/>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Finalize Consultation</a:t>
            </a:r>
          </a:p>
        </p:txBody>
      </p:sp>
      <p:sp>
        <p:nvSpPr>
          <p:cNvPr id="6" name="TextBox 5">
            <a:extLst>
              <a:ext uri="{FF2B5EF4-FFF2-40B4-BE49-F238E27FC236}">
                <a16:creationId xmlns:a16="http://schemas.microsoft.com/office/drawing/2014/main" id="{4BB009FA-22D6-4C0E-6ABA-F3EDAB0784B1}"/>
              </a:ext>
            </a:extLst>
          </p:cNvPr>
          <p:cNvSpPr txBox="1"/>
          <p:nvPr/>
        </p:nvSpPr>
        <p:spPr>
          <a:xfrm>
            <a:off x="338666" y="812571"/>
            <a:ext cx="7532587"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Once you have finalized and completed a follow-up/consultation, click on ”Close Follow-up.”  This will begin the 24 hour countdown before the consultation is deleted permanently from the system</a:t>
            </a:r>
          </a:p>
        </p:txBody>
      </p:sp>
      <p:sp>
        <p:nvSpPr>
          <p:cNvPr id="4" name="Frame 3">
            <a:extLst>
              <a:ext uri="{FF2B5EF4-FFF2-40B4-BE49-F238E27FC236}">
                <a16:creationId xmlns:a16="http://schemas.microsoft.com/office/drawing/2014/main" id="{A5E4D838-099C-786E-07D8-3A9CCF80BB31}"/>
              </a:ext>
            </a:extLst>
          </p:cNvPr>
          <p:cNvSpPr/>
          <p:nvPr/>
        </p:nvSpPr>
        <p:spPr>
          <a:xfrm>
            <a:off x="6556176" y="2538371"/>
            <a:ext cx="1537500" cy="679154"/>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05F516F6-04A2-FC9D-E956-4859F319657D}"/>
              </a:ext>
            </a:extLst>
          </p:cNvPr>
          <p:cNvSpPr txBox="1"/>
          <p:nvPr/>
        </p:nvSpPr>
        <p:spPr>
          <a:xfrm>
            <a:off x="8414952" y="812571"/>
            <a:ext cx="3531515"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During the 24 hour period, you can save some consultation details by </a:t>
            </a:r>
            <a:r>
              <a:rPr lang="en-US" sz="1600" dirty="0" err="1">
                <a:latin typeface="Calibri" panose="020F0502020204030204" pitchFamily="34" charset="0"/>
                <a:cs typeface="Calibri" panose="020F0502020204030204" pitchFamily="34" charset="0"/>
              </a:rPr>
              <a:t>clickin</a:t>
            </a:r>
            <a:r>
              <a:rPr lang="en-US" sz="1600" dirty="0">
                <a:latin typeface="Calibri" panose="020F0502020204030204" pitchFamily="34" charset="0"/>
                <a:cs typeface="Calibri" panose="020F0502020204030204" pitchFamily="34" charset="0"/>
              </a:rPr>
              <a:t> on “Export to PDF”</a:t>
            </a:r>
          </a:p>
        </p:txBody>
      </p:sp>
    </p:spTree>
    <p:extLst>
      <p:ext uri="{BB962C8B-B14F-4D97-AF65-F5344CB8AC3E}">
        <p14:creationId xmlns:p14="http://schemas.microsoft.com/office/powerpoint/2010/main" val="1244922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04F4-2127-5D9F-29DB-D69919DB84FC}"/>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E9FAE50F-9FB4-BF85-9046-002AA0190CFC}"/>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C7BD95C4-89DA-F15C-0E1D-1BE3B6885B6D}"/>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Consultation Log</a:t>
            </a:r>
          </a:p>
        </p:txBody>
      </p:sp>
      <p:sp>
        <p:nvSpPr>
          <p:cNvPr id="3" name="TextBox 2">
            <a:extLst>
              <a:ext uri="{FF2B5EF4-FFF2-40B4-BE49-F238E27FC236}">
                <a16:creationId xmlns:a16="http://schemas.microsoft.com/office/drawing/2014/main" id="{59518E3A-3B55-8FBE-7092-CBA8DC3FC7A4}"/>
              </a:ext>
            </a:extLst>
          </p:cNvPr>
          <p:cNvSpPr txBox="1"/>
          <p:nvPr/>
        </p:nvSpPr>
        <p:spPr>
          <a:xfrm>
            <a:off x="309730" y="732582"/>
            <a:ext cx="11449143" cy="1077218"/>
          </a:xfrm>
          <a:prstGeom prst="rect">
            <a:avLst/>
          </a:prstGeom>
          <a:noFill/>
        </p:spPr>
        <p:txBody>
          <a:bodyPr wrap="square" lIns="91440" tIns="45720" rIns="91440" bIns="45720" rtlCol="0" anchor="t">
            <a:spAutoFit/>
          </a:bodyPr>
          <a:lstStyle/>
          <a:p>
            <a:r>
              <a:rPr lang="en-US" sz="1600" dirty="0">
                <a:latin typeface="Calibri"/>
                <a:ea typeface="Calibri"/>
                <a:cs typeface="Calibri"/>
              </a:rPr>
              <a:t>You can view your current, scheduled and closed (for 24hours) follow-ups in the Follow-ups/Consultation menu by moving between the 3 tabs on the screen.</a:t>
            </a:r>
          </a:p>
          <a:p>
            <a:endParaRPr lang="en-US" sz="1600" dirty="0">
              <a:latin typeface="Calibri"/>
              <a:ea typeface="Calibri"/>
              <a:cs typeface="Calibri"/>
            </a:endParaRPr>
          </a:p>
          <a:p>
            <a:r>
              <a:rPr lang="en-US" sz="1600" dirty="0">
                <a:latin typeface="Calibri"/>
                <a:ea typeface="Calibri"/>
                <a:cs typeface="Calibri"/>
              </a:rPr>
              <a:t>You can then view the details and associated appointment details by clicking on the specific consultation</a:t>
            </a:r>
          </a:p>
        </p:txBody>
      </p:sp>
      <p:pic>
        <p:nvPicPr>
          <p:cNvPr id="9" name="Picture 8">
            <a:extLst>
              <a:ext uri="{FF2B5EF4-FFF2-40B4-BE49-F238E27FC236}">
                <a16:creationId xmlns:a16="http://schemas.microsoft.com/office/drawing/2014/main" id="{F8B278CE-C0B5-EE2F-2505-88ABB6ED1FFB}"/>
              </a:ext>
            </a:extLst>
          </p:cNvPr>
          <p:cNvPicPr>
            <a:picLocks noChangeAspect="1"/>
          </p:cNvPicPr>
          <p:nvPr/>
        </p:nvPicPr>
        <p:blipFill>
          <a:blip r:embed="rId4"/>
          <a:stretch>
            <a:fillRect/>
          </a:stretch>
        </p:blipFill>
        <p:spPr>
          <a:xfrm>
            <a:off x="338667" y="2042286"/>
            <a:ext cx="11682199" cy="3036342"/>
          </a:xfrm>
          <a:prstGeom prst="rect">
            <a:avLst/>
          </a:prstGeom>
        </p:spPr>
      </p:pic>
      <p:sp>
        <p:nvSpPr>
          <p:cNvPr id="10" name="Frame 9">
            <a:extLst>
              <a:ext uri="{FF2B5EF4-FFF2-40B4-BE49-F238E27FC236}">
                <a16:creationId xmlns:a16="http://schemas.microsoft.com/office/drawing/2014/main" id="{AE30FA9A-BE3A-7308-1B4D-E06BA61C2D80}"/>
              </a:ext>
            </a:extLst>
          </p:cNvPr>
          <p:cNvSpPr/>
          <p:nvPr/>
        </p:nvSpPr>
        <p:spPr>
          <a:xfrm>
            <a:off x="171133" y="3341561"/>
            <a:ext cx="2287861" cy="785596"/>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81629881"/>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7739B-9653-E41F-14A5-B274DE5CD955}"/>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C7F510EE-1091-E24C-D8E5-9ECBC6BFE075}"/>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0EFB4CC7-C961-B081-6820-1F5644CD35CA}"/>
              </a:ext>
            </a:extLst>
          </p:cNvPr>
          <p:cNvSpPr txBox="1"/>
          <p:nvPr/>
        </p:nvSpPr>
        <p:spPr>
          <a:xfrm>
            <a:off x="338667" y="203200"/>
            <a:ext cx="11607800" cy="461665"/>
          </a:xfrm>
          <a:prstGeom prst="rect">
            <a:avLst/>
          </a:prstGeom>
          <a:noFill/>
        </p:spPr>
        <p:txBody>
          <a:bodyPr wrap="square" rtlCol="0">
            <a:spAutoFit/>
          </a:bodyPr>
          <a:lstStyle/>
          <a:p>
            <a:r>
              <a:rPr lang="en-US" sz="2400" b="1" dirty="0">
                <a:latin typeface="Calibri" panose="020F0502020204030204" pitchFamily="34" charset="0"/>
                <a:cs typeface="Calibri" panose="020F0502020204030204" pitchFamily="34" charset="0"/>
              </a:rPr>
              <a:t>Appointment Views</a:t>
            </a:r>
          </a:p>
        </p:txBody>
      </p:sp>
      <p:sp>
        <p:nvSpPr>
          <p:cNvPr id="3" name="TextBox 2">
            <a:extLst>
              <a:ext uri="{FF2B5EF4-FFF2-40B4-BE49-F238E27FC236}">
                <a16:creationId xmlns:a16="http://schemas.microsoft.com/office/drawing/2014/main" id="{45D24655-8D99-C489-5DE4-238CC7E21BB6}"/>
              </a:ext>
            </a:extLst>
          </p:cNvPr>
          <p:cNvSpPr txBox="1"/>
          <p:nvPr/>
        </p:nvSpPr>
        <p:spPr>
          <a:xfrm>
            <a:off x="309730" y="732582"/>
            <a:ext cx="11449143" cy="830997"/>
          </a:xfrm>
          <a:prstGeom prst="rect">
            <a:avLst/>
          </a:prstGeom>
          <a:noFill/>
        </p:spPr>
        <p:txBody>
          <a:bodyPr wrap="square" lIns="91440" tIns="45720" rIns="91440" bIns="45720" rtlCol="0" anchor="t">
            <a:spAutoFit/>
          </a:bodyPr>
          <a:lstStyle/>
          <a:p>
            <a:r>
              <a:rPr lang="en-US" sz="1600" dirty="0">
                <a:latin typeface="Calibri"/>
                <a:ea typeface="Calibri"/>
                <a:cs typeface="Calibri"/>
              </a:rPr>
              <a:t>Appointments can be viewed in a list view or a daily/weekly/monthly calendar view.</a:t>
            </a:r>
          </a:p>
          <a:p>
            <a:endParaRPr lang="en-US" sz="1600" dirty="0">
              <a:latin typeface="Calibri"/>
              <a:ea typeface="Calibri"/>
              <a:cs typeface="Calibri"/>
            </a:endParaRPr>
          </a:p>
          <a:p>
            <a:r>
              <a:rPr lang="en-US" sz="1600" dirty="0">
                <a:latin typeface="Calibri"/>
                <a:ea typeface="Calibri"/>
                <a:cs typeface="Calibri"/>
              </a:rPr>
              <a:t>Go to the Appointments/Reminders menu and select the view that you prefer:</a:t>
            </a:r>
          </a:p>
        </p:txBody>
      </p:sp>
      <p:pic>
        <p:nvPicPr>
          <p:cNvPr id="6" name="Picture 5">
            <a:extLst>
              <a:ext uri="{FF2B5EF4-FFF2-40B4-BE49-F238E27FC236}">
                <a16:creationId xmlns:a16="http://schemas.microsoft.com/office/drawing/2014/main" id="{F1A9B24E-D500-C167-C83C-47CA3093D9A5}"/>
              </a:ext>
            </a:extLst>
          </p:cNvPr>
          <p:cNvPicPr>
            <a:picLocks noChangeAspect="1"/>
          </p:cNvPicPr>
          <p:nvPr/>
        </p:nvPicPr>
        <p:blipFill>
          <a:blip r:embed="rId4"/>
          <a:stretch>
            <a:fillRect/>
          </a:stretch>
        </p:blipFill>
        <p:spPr>
          <a:xfrm>
            <a:off x="433127" y="1563579"/>
            <a:ext cx="8014501" cy="2853897"/>
          </a:xfrm>
          <a:prstGeom prst="rect">
            <a:avLst/>
          </a:prstGeom>
        </p:spPr>
      </p:pic>
      <p:sp>
        <p:nvSpPr>
          <p:cNvPr id="10" name="Frame 9">
            <a:extLst>
              <a:ext uri="{FF2B5EF4-FFF2-40B4-BE49-F238E27FC236}">
                <a16:creationId xmlns:a16="http://schemas.microsoft.com/office/drawing/2014/main" id="{E3BA046E-8C31-A410-E8C5-BE928979884D}"/>
              </a:ext>
            </a:extLst>
          </p:cNvPr>
          <p:cNvSpPr/>
          <p:nvPr/>
        </p:nvSpPr>
        <p:spPr>
          <a:xfrm>
            <a:off x="6034301" y="1995138"/>
            <a:ext cx="2413327" cy="399438"/>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a:extLst>
              <a:ext uri="{FF2B5EF4-FFF2-40B4-BE49-F238E27FC236}">
                <a16:creationId xmlns:a16="http://schemas.microsoft.com/office/drawing/2014/main" id="{26E3A872-67BD-881E-FC31-705BA2D2E805}"/>
              </a:ext>
            </a:extLst>
          </p:cNvPr>
          <p:cNvPicPr>
            <a:picLocks noChangeAspect="1"/>
          </p:cNvPicPr>
          <p:nvPr/>
        </p:nvPicPr>
        <p:blipFill>
          <a:blip r:embed="rId5"/>
          <a:stretch>
            <a:fillRect/>
          </a:stretch>
        </p:blipFill>
        <p:spPr>
          <a:xfrm>
            <a:off x="8634722" y="1631296"/>
            <a:ext cx="3346426" cy="2335223"/>
          </a:xfrm>
          <a:prstGeom prst="rect">
            <a:avLst/>
          </a:prstGeom>
        </p:spPr>
      </p:pic>
    </p:spTree>
    <p:extLst>
      <p:ext uri="{BB962C8B-B14F-4D97-AF65-F5344CB8AC3E}">
        <p14:creationId xmlns:p14="http://schemas.microsoft.com/office/powerpoint/2010/main" val="429951518"/>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B0C87-0941-884B-8078-4612A69E5940}"/>
            </a:ext>
          </a:extLst>
        </p:cNvPr>
        <p:cNvGrpSpPr/>
        <p:nvPr/>
      </p:nvGrpSpPr>
      <p:grpSpPr>
        <a:xfrm>
          <a:off x="0" y="0"/>
          <a:ext cx="0" cy="0"/>
          <a:chOff x="0" y="0"/>
          <a:chExt cx="0" cy="0"/>
        </a:xfrm>
      </p:grpSpPr>
      <p:pic>
        <p:nvPicPr>
          <p:cNvPr id="5" name="Picture 4" descr="A red and white pattern&#10;&#10;AI-generated content may be incorrect.">
            <a:extLst>
              <a:ext uri="{FF2B5EF4-FFF2-40B4-BE49-F238E27FC236}">
                <a16:creationId xmlns:a16="http://schemas.microsoft.com/office/drawing/2014/main" id="{8CFEB2F7-8403-E227-617A-B4E7E20F05C9}"/>
              </a:ext>
            </a:extLst>
          </p:cNvPr>
          <p:cNvPicPr>
            <a:picLocks noChangeAspect="1"/>
          </p:cNvPicPr>
          <p:nvPr/>
        </p:nvPicPr>
        <p:blipFill>
          <a:blip r:embed="rId3"/>
          <a:srcRect l="75698" r="6886"/>
          <a:stretch>
            <a:fillRect/>
          </a:stretch>
        </p:blipFill>
        <p:spPr>
          <a:xfrm rot="16200000">
            <a:off x="5564661" y="230659"/>
            <a:ext cx="1062681" cy="12192000"/>
          </a:xfrm>
          <a:prstGeom prst="rect">
            <a:avLst/>
          </a:prstGeom>
        </p:spPr>
      </p:pic>
      <p:sp>
        <p:nvSpPr>
          <p:cNvPr id="2" name="TextBox 1">
            <a:extLst>
              <a:ext uri="{FF2B5EF4-FFF2-40B4-BE49-F238E27FC236}">
                <a16:creationId xmlns:a16="http://schemas.microsoft.com/office/drawing/2014/main" id="{BDD529A7-AEB2-C71C-C1C3-5466A8350D93}"/>
              </a:ext>
            </a:extLst>
          </p:cNvPr>
          <p:cNvSpPr txBox="1"/>
          <p:nvPr/>
        </p:nvSpPr>
        <p:spPr>
          <a:xfrm>
            <a:off x="338667" y="203200"/>
            <a:ext cx="11607800" cy="461665"/>
          </a:xfrm>
          <a:prstGeom prst="rect">
            <a:avLst/>
          </a:prstGeom>
          <a:noFill/>
        </p:spPr>
        <p:txBody>
          <a:bodyPr wrap="square" rtlCol="0">
            <a:spAutoFit/>
          </a:bodyPr>
          <a:lstStyle/>
          <a:p>
            <a:r>
              <a:rPr lang="en-US" sz="2400" b="1">
                <a:latin typeface="Calibri" panose="020F0502020204030204" pitchFamily="34" charset="0"/>
                <a:cs typeface="Calibri" panose="020F0502020204030204" pitchFamily="34" charset="0"/>
              </a:rPr>
              <a:t>Update Platform Language</a:t>
            </a:r>
          </a:p>
        </p:txBody>
      </p:sp>
      <p:sp>
        <p:nvSpPr>
          <p:cNvPr id="8" name="TextBox 7">
            <a:extLst>
              <a:ext uri="{FF2B5EF4-FFF2-40B4-BE49-F238E27FC236}">
                <a16:creationId xmlns:a16="http://schemas.microsoft.com/office/drawing/2014/main" id="{CCA3F818-A6F8-4B8A-76F0-D81CC1244C9F}"/>
              </a:ext>
            </a:extLst>
          </p:cNvPr>
          <p:cNvSpPr txBox="1"/>
          <p:nvPr/>
        </p:nvSpPr>
        <p:spPr>
          <a:xfrm>
            <a:off x="234674" y="837017"/>
            <a:ext cx="4936766"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1.  Select your name in the upper right corner of the platform to open the menu and select My Profile</a:t>
            </a:r>
          </a:p>
        </p:txBody>
      </p:sp>
      <p:sp>
        <p:nvSpPr>
          <p:cNvPr id="9" name="TextBox 8">
            <a:extLst>
              <a:ext uri="{FF2B5EF4-FFF2-40B4-BE49-F238E27FC236}">
                <a16:creationId xmlns:a16="http://schemas.microsoft.com/office/drawing/2014/main" id="{E44CA118-8582-CA47-43D0-7AAC6C542D99}"/>
              </a:ext>
            </a:extLst>
          </p:cNvPr>
          <p:cNvSpPr txBox="1"/>
          <p:nvPr/>
        </p:nvSpPr>
        <p:spPr>
          <a:xfrm>
            <a:off x="5835369" y="790850"/>
            <a:ext cx="5387009"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  Select your Preferred Language from the drop-down menu.  Click on Save Changes.  </a:t>
            </a:r>
          </a:p>
        </p:txBody>
      </p:sp>
      <p:pic>
        <p:nvPicPr>
          <p:cNvPr id="13" name="Picture 12">
            <a:extLst>
              <a:ext uri="{FF2B5EF4-FFF2-40B4-BE49-F238E27FC236}">
                <a16:creationId xmlns:a16="http://schemas.microsoft.com/office/drawing/2014/main" id="{FE9DC57F-3F14-1C01-BC2B-F0DE347490E3}"/>
              </a:ext>
            </a:extLst>
          </p:cNvPr>
          <p:cNvPicPr>
            <a:picLocks noChangeAspect="1"/>
          </p:cNvPicPr>
          <p:nvPr/>
        </p:nvPicPr>
        <p:blipFill>
          <a:blip r:embed="rId4"/>
          <a:stretch>
            <a:fillRect/>
          </a:stretch>
        </p:blipFill>
        <p:spPr>
          <a:xfrm>
            <a:off x="338667" y="1582058"/>
            <a:ext cx="3644900" cy="3505200"/>
          </a:xfrm>
          <a:prstGeom prst="rect">
            <a:avLst/>
          </a:prstGeom>
        </p:spPr>
      </p:pic>
      <p:sp>
        <p:nvSpPr>
          <p:cNvPr id="3" name="Frame 2">
            <a:extLst>
              <a:ext uri="{FF2B5EF4-FFF2-40B4-BE49-F238E27FC236}">
                <a16:creationId xmlns:a16="http://schemas.microsoft.com/office/drawing/2014/main" id="{599102C0-7314-6EF3-DBE7-B9619CB2E962}"/>
              </a:ext>
            </a:extLst>
          </p:cNvPr>
          <p:cNvSpPr>
            <a:spLocks noChangeAspect="1"/>
          </p:cNvSpPr>
          <p:nvPr/>
        </p:nvSpPr>
        <p:spPr>
          <a:xfrm>
            <a:off x="683371" y="3429000"/>
            <a:ext cx="2109256" cy="838336"/>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5" name="Picture 14">
            <a:extLst>
              <a:ext uri="{FF2B5EF4-FFF2-40B4-BE49-F238E27FC236}">
                <a16:creationId xmlns:a16="http://schemas.microsoft.com/office/drawing/2014/main" id="{C2F3AB8D-373A-C9E1-B6AE-6D3ACBF22F22}"/>
              </a:ext>
            </a:extLst>
          </p:cNvPr>
          <p:cNvPicPr>
            <a:picLocks noChangeAspect="1"/>
          </p:cNvPicPr>
          <p:nvPr/>
        </p:nvPicPr>
        <p:blipFill>
          <a:blip r:embed="rId5"/>
          <a:stretch>
            <a:fillRect/>
          </a:stretch>
        </p:blipFill>
        <p:spPr>
          <a:xfrm>
            <a:off x="5835369" y="1654795"/>
            <a:ext cx="3272660" cy="3861352"/>
          </a:xfrm>
          <a:prstGeom prst="rect">
            <a:avLst/>
          </a:prstGeom>
        </p:spPr>
      </p:pic>
      <p:sp>
        <p:nvSpPr>
          <p:cNvPr id="6" name="Frame 5">
            <a:extLst>
              <a:ext uri="{FF2B5EF4-FFF2-40B4-BE49-F238E27FC236}">
                <a16:creationId xmlns:a16="http://schemas.microsoft.com/office/drawing/2014/main" id="{416CD780-C8E7-8FB7-E213-5FD46221598C}"/>
              </a:ext>
            </a:extLst>
          </p:cNvPr>
          <p:cNvSpPr>
            <a:spLocks noChangeAspect="1"/>
          </p:cNvSpPr>
          <p:nvPr/>
        </p:nvSpPr>
        <p:spPr>
          <a:xfrm>
            <a:off x="7357450" y="4387484"/>
            <a:ext cx="1750579" cy="604226"/>
          </a:xfrm>
          <a:prstGeom prst="fram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3189484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7E7628336F1744EA9FBFB09E3D81691" ma:contentTypeVersion="19" ma:contentTypeDescription="Create a new document." ma:contentTypeScope="" ma:versionID="a490c41681cef11764ceb2a40c5981c1">
  <xsd:schema xmlns:xsd="http://www.w3.org/2001/XMLSchema" xmlns:xs="http://www.w3.org/2001/XMLSchema" xmlns:p="http://schemas.microsoft.com/office/2006/metadata/properties" xmlns:ns1="http://schemas.microsoft.com/sharepoint/v3" xmlns:ns2="http://schemas.microsoft.com/sharepoint/v4" xmlns:ns3="07530c77-9223-4b0e-b2d4-659a17d5fd9e" xmlns:ns4="6644bf8e-6c2d-4d33-bef8-f79de73e396b" targetNamespace="http://schemas.microsoft.com/office/2006/metadata/properties" ma:root="true" ma:fieldsID="d9cde61fafffd78f22414c0c6c5245a5" ns1:_="" ns2:_="" ns3:_="" ns4:_="">
    <xsd:import namespace="http://schemas.microsoft.com/sharepoint/v3"/>
    <xsd:import namespace="http://schemas.microsoft.com/sharepoint/v4"/>
    <xsd:import namespace="07530c77-9223-4b0e-b2d4-659a17d5fd9e"/>
    <xsd:import namespace="6644bf8e-6c2d-4d33-bef8-f79de73e396b"/>
    <xsd:element name="properties">
      <xsd:complexType>
        <xsd:sequence>
          <xsd:element name="documentManagement">
            <xsd:complexType>
              <xsd:all>
                <xsd:element ref="ns2:IconOverlay" minOccurs="0"/>
                <xsd:element ref="ns3:MediaServiceMetadata" minOccurs="0"/>
                <xsd:element ref="ns3:MediaServiceFastMetadata" minOccurs="0"/>
                <xsd:element ref="ns4:SharedWithUsers" minOccurs="0"/>
                <xsd:element ref="ns4:SharedWithDetails" minOccurs="0"/>
                <xsd:element ref="ns3:MediaServiceAutoKeyPoints" minOccurs="0"/>
                <xsd:element ref="ns3:MediaServiceKeyPoints" minOccurs="0"/>
                <xsd:element ref="ns3:MediaServiceDateTaken" minOccurs="0"/>
                <xsd:element ref="ns3:MediaLengthInSeconds" minOccurs="0"/>
                <xsd:element ref="ns3:lcf76f155ced4ddcb4097134ff3c332f" minOccurs="0"/>
                <xsd:element ref="ns3:MediaServiceOCR" minOccurs="0"/>
                <xsd:element ref="ns3:MediaServiceGenerationTime" minOccurs="0"/>
                <xsd:element ref="ns3:MediaServiceEventHashCode" minOccurs="0"/>
                <xsd:element ref="ns3:MediaServiceObjectDetectorVersions" minOccurs="0"/>
                <xsd:element ref="ns3:MediaServiceSearchProperties" minOccurs="0"/>
                <xsd:element ref="ns3: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530c77-9223-4b0e-b2d4-659a17d5fd9e"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8169e7-20d4-4f95-9450-953b2d8ea51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644bf8e-6c2d-4d33-bef8-f79de73e396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lcf76f155ced4ddcb4097134ff3c332f xmlns="07530c77-9223-4b0e-b2d4-659a17d5fd9e">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FA113E9-8E70-45D4-8DE4-5E1060DDD734}">
  <ds:schemaRefs>
    <ds:schemaRef ds:uri="http://schemas.microsoft.com/sharepoint/v3/contenttype/forms"/>
  </ds:schemaRefs>
</ds:datastoreItem>
</file>

<file path=customXml/itemProps2.xml><?xml version="1.0" encoding="utf-8"?>
<ds:datastoreItem xmlns:ds="http://schemas.openxmlformats.org/officeDocument/2006/customXml" ds:itemID="{ECA03AF8-207A-4381-AC87-71B47E63278A}"/>
</file>

<file path=customXml/itemProps3.xml><?xml version="1.0" encoding="utf-8"?>
<ds:datastoreItem xmlns:ds="http://schemas.openxmlformats.org/officeDocument/2006/customXml" ds:itemID="{813942F5-1A29-40ED-B0AF-6BAAB79C430C}">
  <ds:schemaRefs>
    <ds:schemaRef ds:uri="http://schemas.microsoft.com/sharepoint/v4"/>
    <ds:schemaRef ds:uri="http://schemas.microsoft.com/office/2006/metadata/properties"/>
    <ds:schemaRef ds:uri="http://purl.org/dc/terms/"/>
    <ds:schemaRef ds:uri="http://schemas.openxmlformats.org/package/2006/metadata/core-properties"/>
    <ds:schemaRef ds:uri="http://purl.org/dc/elements/1.1/"/>
    <ds:schemaRef ds:uri="http://purl.org/dc/dcmitype/"/>
    <ds:schemaRef ds:uri="http://schemas.microsoft.com/office/2006/documentManagement/types"/>
    <ds:schemaRef ds:uri="http://www.w3.org/XML/1998/namespace"/>
    <ds:schemaRef ds:uri="http://schemas.microsoft.com/office/infopath/2007/PartnerControls"/>
    <ds:schemaRef ds:uri="6644bf8e-6c2d-4d33-bef8-f79de73e396b"/>
    <ds:schemaRef ds:uri="07530c77-9223-4b0e-b2d4-659a17d5fd9e"/>
  </ds:schemaRefs>
</ds:datastoreItem>
</file>

<file path=docProps/app.xml><?xml version="1.0" encoding="utf-8"?>
<Properties xmlns="http://schemas.openxmlformats.org/officeDocument/2006/extended-properties" xmlns:vt="http://schemas.openxmlformats.org/officeDocument/2006/docPropsVTypes">
  <TotalTime>18935</TotalTime>
  <Words>998</Words>
  <Application>Microsoft Macintosh PowerPoint</Application>
  <PresentationFormat>Widescreen</PresentationFormat>
  <Paragraphs>106</Paragraphs>
  <Slides>21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MSF Teleconsultation User Guide V2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Eugene Paik</dc:creator>
  <cp:lastModifiedBy>Eugene Paik</cp:lastModifiedBy>
  <cp:revision>11</cp:revision>
  <dcterms:created xsi:type="dcterms:W3CDTF">2025-06-09T15:19:20Z</dcterms:created>
  <dcterms:modified xsi:type="dcterms:W3CDTF">2026-07-28T18:06:15Z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0x01010027E7628336F1744EA9FBFB09E3D81691</vt:lpwstr>
  </property>
  <property fmtid="{D5CDD505-2E9C-101B-9397-08002B2CF9AE}" pid="3" name="MediaServiceImageTags">
    <vt:lpwstr/>
  </property>
</Properties>
</file>